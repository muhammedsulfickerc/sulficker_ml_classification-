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 id="2147483706" r:id="rId2"/>
  </p:sldMasterIdLst>
  <p:sldIdLst>
    <p:sldId id="269" r:id="rId3"/>
    <p:sldId id="268" r:id="rId4"/>
    <p:sldId id="256" r:id="rId5"/>
    <p:sldId id="257" r:id="rId6"/>
    <p:sldId id="258" r:id="rId7"/>
    <p:sldId id="259" r:id="rId8"/>
    <p:sldId id="260" r:id="rId9"/>
    <p:sldId id="261" r:id="rId10"/>
    <p:sldId id="262" r:id="rId11"/>
    <p:sldId id="263" r:id="rId12"/>
    <p:sldId id="264" r:id="rId13"/>
    <p:sldId id="265" r:id="rId14"/>
    <p:sldId id="267"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2" d="100"/>
          <a:sy n="72" d="100"/>
        </p:scale>
        <p:origin x="-1762" y="-30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10" name="Shape">
            <a:extLst>
              <a:ext uri="{FF2B5EF4-FFF2-40B4-BE49-F238E27FC236}">
                <a16:creationId xmlns="" xmlns:a16="http://schemas.microsoft.com/office/drawing/2014/main" id="{1509008F-9037-E840-A011-5A7DB12F009D}"/>
              </a:ext>
            </a:extLst>
          </p:cNvPr>
          <p:cNvSpPr/>
          <p:nvPr/>
        </p:nvSpPr>
        <p:spPr>
          <a:xfrm>
            <a:off x="824871" y="0"/>
            <a:ext cx="8320088" cy="35788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3079" y="21600"/>
                </a:lnTo>
                <a:cubicBezTo>
                  <a:pt x="1377" y="21600"/>
                  <a:pt x="0" y="17331"/>
                  <a:pt x="0" y="12057"/>
                </a:cubicBezTo>
                <a:lnTo>
                  <a:pt x="0" y="0"/>
                </a:lnTo>
                <a:lnTo>
                  <a:pt x="21600" y="0"/>
                </a:ln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1" name="Shape">
            <a:extLst>
              <a:ext uri="{FF2B5EF4-FFF2-40B4-BE49-F238E27FC236}">
                <a16:creationId xmlns="" xmlns:a16="http://schemas.microsoft.com/office/drawing/2014/main" id="{FBCC2E66-D666-FA46-8527-077AFDEEC789}"/>
              </a:ext>
            </a:extLst>
          </p:cNvPr>
          <p:cNvSpPr/>
          <p:nvPr/>
        </p:nvSpPr>
        <p:spPr>
          <a:xfrm>
            <a:off x="1177296" y="1817368"/>
            <a:ext cx="7966705" cy="504063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72"/>
                </a:lnTo>
                <a:lnTo>
                  <a:pt x="6123" y="272"/>
                </a:lnTo>
                <a:cubicBezTo>
                  <a:pt x="4522" y="272"/>
                  <a:pt x="3016" y="1584"/>
                  <a:pt x="1885" y="3973"/>
                </a:cubicBezTo>
                <a:cubicBezTo>
                  <a:pt x="754" y="6356"/>
                  <a:pt x="129" y="9529"/>
                  <a:pt x="129" y="12903"/>
                </a:cubicBezTo>
                <a:lnTo>
                  <a:pt x="129" y="21600"/>
                </a:lnTo>
                <a:lnTo>
                  <a:pt x="0" y="21600"/>
                </a:lnTo>
                <a:lnTo>
                  <a:pt x="0" y="12903"/>
                </a:lnTo>
                <a:cubicBezTo>
                  <a:pt x="0" y="9459"/>
                  <a:pt x="638" y="6220"/>
                  <a:pt x="1792" y="3782"/>
                </a:cubicBezTo>
                <a:cubicBezTo>
                  <a:pt x="2949" y="1344"/>
                  <a:pt x="4486" y="5"/>
                  <a:pt x="6121" y="5"/>
                </a:cubicBezTo>
                <a:lnTo>
                  <a:pt x="21600" y="5"/>
                </a:lnTo>
                <a:close/>
                <a:moveTo>
                  <a:pt x="2211" y="4653"/>
                </a:moveTo>
                <a:cubicBezTo>
                  <a:pt x="1129" y="6933"/>
                  <a:pt x="532" y="9970"/>
                  <a:pt x="532" y="13197"/>
                </a:cubicBezTo>
                <a:lnTo>
                  <a:pt x="532" y="21589"/>
                </a:lnTo>
                <a:lnTo>
                  <a:pt x="661" y="21589"/>
                </a:lnTo>
                <a:lnTo>
                  <a:pt x="661" y="13197"/>
                </a:lnTo>
                <a:cubicBezTo>
                  <a:pt x="661" y="10041"/>
                  <a:pt x="1245" y="7075"/>
                  <a:pt x="2304" y="4844"/>
                </a:cubicBezTo>
                <a:cubicBezTo>
                  <a:pt x="3362" y="2612"/>
                  <a:pt x="4770" y="1382"/>
                  <a:pt x="6268" y="1382"/>
                </a:cubicBezTo>
                <a:lnTo>
                  <a:pt x="21600" y="1382"/>
                </a:lnTo>
                <a:lnTo>
                  <a:pt x="21600" y="1110"/>
                </a:lnTo>
                <a:lnTo>
                  <a:pt x="6268" y="1110"/>
                </a:lnTo>
                <a:cubicBezTo>
                  <a:pt x="4734" y="1116"/>
                  <a:pt x="3295" y="2373"/>
                  <a:pt x="2211" y="4653"/>
                </a:cubicBezTo>
                <a:close/>
                <a:moveTo>
                  <a:pt x="1061" y="13497"/>
                </a:moveTo>
                <a:lnTo>
                  <a:pt x="1061" y="21595"/>
                </a:lnTo>
                <a:lnTo>
                  <a:pt x="1190" y="21595"/>
                </a:lnTo>
                <a:lnTo>
                  <a:pt x="1190" y="13497"/>
                </a:lnTo>
                <a:cubicBezTo>
                  <a:pt x="1190" y="7434"/>
                  <a:pt x="3530" y="2503"/>
                  <a:pt x="6407" y="2503"/>
                </a:cubicBezTo>
                <a:lnTo>
                  <a:pt x="21600" y="2503"/>
                </a:lnTo>
                <a:lnTo>
                  <a:pt x="21600" y="2231"/>
                </a:lnTo>
                <a:lnTo>
                  <a:pt x="6407" y="2231"/>
                </a:lnTo>
                <a:cubicBezTo>
                  <a:pt x="3461" y="2231"/>
                  <a:pt x="1061" y="7287"/>
                  <a:pt x="1061" y="13497"/>
                </a:cubicBezTo>
                <a:close/>
                <a:moveTo>
                  <a:pt x="1591" y="13899"/>
                </a:moveTo>
                <a:lnTo>
                  <a:pt x="1591" y="21595"/>
                </a:lnTo>
                <a:lnTo>
                  <a:pt x="1720" y="21595"/>
                </a:lnTo>
                <a:lnTo>
                  <a:pt x="1720" y="13899"/>
                </a:lnTo>
                <a:cubicBezTo>
                  <a:pt x="1720" y="8234"/>
                  <a:pt x="3907" y="3619"/>
                  <a:pt x="6598" y="3619"/>
                </a:cubicBezTo>
                <a:lnTo>
                  <a:pt x="21600" y="3619"/>
                </a:lnTo>
                <a:lnTo>
                  <a:pt x="21600" y="3347"/>
                </a:lnTo>
                <a:lnTo>
                  <a:pt x="6598" y="3347"/>
                </a:lnTo>
                <a:cubicBezTo>
                  <a:pt x="3838" y="3347"/>
                  <a:pt x="1591" y="8082"/>
                  <a:pt x="1591" y="13899"/>
                </a:cubicBezTo>
                <a:close/>
                <a:moveTo>
                  <a:pt x="2120" y="14351"/>
                </a:moveTo>
                <a:lnTo>
                  <a:pt x="2120" y="21595"/>
                </a:lnTo>
                <a:lnTo>
                  <a:pt x="2249" y="21595"/>
                </a:lnTo>
                <a:lnTo>
                  <a:pt x="2249" y="14351"/>
                </a:lnTo>
                <a:cubicBezTo>
                  <a:pt x="2249" y="9050"/>
                  <a:pt x="4297" y="4735"/>
                  <a:pt x="6813" y="4735"/>
                </a:cubicBezTo>
                <a:lnTo>
                  <a:pt x="21600" y="4735"/>
                </a:lnTo>
                <a:lnTo>
                  <a:pt x="21600" y="4463"/>
                </a:lnTo>
                <a:lnTo>
                  <a:pt x="6813" y="4463"/>
                </a:lnTo>
                <a:cubicBezTo>
                  <a:pt x="4225" y="4463"/>
                  <a:pt x="2120" y="8898"/>
                  <a:pt x="2120" y="14351"/>
                </a:cubicBezTo>
                <a:close/>
                <a:moveTo>
                  <a:pt x="2652" y="14721"/>
                </a:moveTo>
                <a:lnTo>
                  <a:pt x="2652" y="21595"/>
                </a:lnTo>
                <a:lnTo>
                  <a:pt x="2781" y="21595"/>
                </a:lnTo>
                <a:lnTo>
                  <a:pt x="2781" y="14721"/>
                </a:lnTo>
                <a:cubicBezTo>
                  <a:pt x="2781" y="9834"/>
                  <a:pt x="4669" y="5856"/>
                  <a:pt x="6988" y="5856"/>
                </a:cubicBezTo>
                <a:lnTo>
                  <a:pt x="21600" y="5856"/>
                </a:lnTo>
                <a:lnTo>
                  <a:pt x="21600" y="5584"/>
                </a:lnTo>
                <a:lnTo>
                  <a:pt x="6988" y="5584"/>
                </a:lnTo>
                <a:cubicBezTo>
                  <a:pt x="4597" y="5584"/>
                  <a:pt x="2652" y="9682"/>
                  <a:pt x="2652" y="14721"/>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8" name="Title 1">
            <a:extLst>
              <a:ext uri="{FF2B5EF4-FFF2-40B4-BE49-F238E27FC236}">
                <a16:creationId xmlns="" xmlns:a16="http://schemas.microsoft.com/office/drawing/2014/main" id="{A2A6FDFB-46FD-4D32-A054-BC9C55F6A02B}"/>
              </a:ext>
            </a:extLst>
          </p:cNvPr>
          <p:cNvSpPr>
            <a:spLocks noGrp="1"/>
          </p:cNvSpPr>
          <p:nvPr>
            <p:ph type="ctrTitle"/>
          </p:nvPr>
        </p:nvSpPr>
        <p:spPr>
          <a:xfrm>
            <a:off x="2581834" y="3816800"/>
            <a:ext cx="5933516" cy="1156838"/>
          </a:xfrm>
        </p:spPr>
        <p:txBody>
          <a:bodyPr anchor="b">
            <a:noAutofit/>
          </a:bodyPr>
          <a:lstStyle>
            <a:lvl1pPr algn="ctr">
              <a:defRPr sz="4000"/>
            </a:lvl1pPr>
          </a:lstStyle>
          <a:p>
            <a:r>
              <a:rPr lang="en-US" dirty="0" smtClean="0"/>
              <a:t>Click to edit Master title style</a:t>
            </a:r>
            <a:endParaRPr lang="en-US" dirty="0"/>
          </a:p>
        </p:txBody>
      </p:sp>
      <p:sp>
        <p:nvSpPr>
          <p:cNvPr id="20" name="Subtitle 2">
            <a:extLst>
              <a:ext uri="{FF2B5EF4-FFF2-40B4-BE49-F238E27FC236}">
                <a16:creationId xmlns="" xmlns:a16="http://schemas.microsoft.com/office/drawing/2014/main" id="{C1F0D0AA-12EA-49AC-BF55-4B2556467E4C}"/>
              </a:ext>
            </a:extLst>
          </p:cNvPr>
          <p:cNvSpPr>
            <a:spLocks noGrp="1"/>
          </p:cNvSpPr>
          <p:nvPr>
            <p:ph type="subTitle" idx="1"/>
          </p:nvPr>
        </p:nvSpPr>
        <p:spPr>
          <a:xfrm>
            <a:off x="2581834" y="5065714"/>
            <a:ext cx="5933516" cy="105269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
        <p:nvSpPr>
          <p:cNvPr id="21" name="Date Placeholder 3">
            <a:extLst>
              <a:ext uri="{FF2B5EF4-FFF2-40B4-BE49-F238E27FC236}">
                <a16:creationId xmlns="" xmlns:a16="http://schemas.microsoft.com/office/drawing/2014/main" id="{D611355A-2485-4AA5-91FA-EA5F3157B7B3}"/>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23" name="Footer Placeholder 4">
            <a:extLst>
              <a:ext uri="{FF2B5EF4-FFF2-40B4-BE49-F238E27FC236}">
                <a16:creationId xmlns="" xmlns:a16="http://schemas.microsoft.com/office/drawing/2014/main" id="{64A10338-DE30-4CA9-A21B-D50D6579B160}"/>
              </a:ext>
            </a:extLst>
          </p:cNvPr>
          <p:cNvSpPr>
            <a:spLocks noGrp="1"/>
          </p:cNvSpPr>
          <p:nvPr>
            <p:ph type="ftr" sz="quarter" idx="11"/>
          </p:nvPr>
        </p:nvSpPr>
        <p:spPr>
          <a:xfrm>
            <a:off x="3028950" y="6356351"/>
            <a:ext cx="3086100" cy="365125"/>
          </a:xfrm>
        </p:spPr>
        <p:txBody>
          <a:bodyPr/>
          <a:lstStyle/>
          <a:p>
            <a:endParaRPr lang="en-US"/>
          </a:p>
        </p:txBody>
      </p:sp>
      <p:sp>
        <p:nvSpPr>
          <p:cNvPr id="24" name="Slide Number Placeholder 5">
            <a:extLst>
              <a:ext uri="{FF2B5EF4-FFF2-40B4-BE49-F238E27FC236}">
                <a16:creationId xmlns="" xmlns:a16="http://schemas.microsoft.com/office/drawing/2014/main" id="{49D5EB62-2B81-475B-92EC-DEB93DC3B249}"/>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6071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1">
    <p:spTree>
      <p:nvGrpSpPr>
        <p:cNvPr id="1" name=""/>
        <p:cNvGrpSpPr/>
        <p:nvPr/>
      </p:nvGrpSpPr>
      <p:grpSpPr>
        <a:xfrm>
          <a:off x="0" y="0"/>
          <a:ext cx="0" cy="0"/>
          <a:chOff x="0" y="0"/>
          <a:chExt cx="0" cy="0"/>
        </a:xfrm>
      </p:grpSpPr>
      <p:sp>
        <p:nvSpPr>
          <p:cNvPr id="10" name="Shape">
            <a:extLst>
              <a:ext uri="{FF2B5EF4-FFF2-40B4-BE49-F238E27FC236}">
                <a16:creationId xmlns="" xmlns:a16="http://schemas.microsoft.com/office/drawing/2014/main" id="{7C9EBE40-3FEB-C94E-867A-7464A7B7ED65}"/>
              </a:ext>
            </a:extLst>
          </p:cNvPr>
          <p:cNvSpPr/>
          <p:nvPr/>
        </p:nvSpPr>
        <p:spPr>
          <a:xfrm>
            <a:off x="0" y="0"/>
            <a:ext cx="8052439" cy="1581152"/>
          </a:xfrm>
          <a:custGeom>
            <a:avLst/>
            <a:gdLst/>
            <a:ahLst/>
            <a:cxnLst>
              <a:cxn ang="0">
                <a:pos x="wd2" y="hd2"/>
              </a:cxn>
              <a:cxn ang="5400000">
                <a:pos x="wd2" y="hd2"/>
              </a:cxn>
              <a:cxn ang="10800000">
                <a:pos x="wd2" y="hd2"/>
              </a:cxn>
              <a:cxn ang="16200000">
                <a:pos x="wd2" y="hd2"/>
              </a:cxn>
            </a:cxnLst>
            <a:rect l="0" t="0" r="r" b="b"/>
            <a:pathLst>
              <a:path w="21600" h="21600" extrusionOk="0">
                <a:moveTo>
                  <a:pt x="18419" y="21600"/>
                </a:moveTo>
                <a:lnTo>
                  <a:pt x="0" y="21600"/>
                </a:lnTo>
                <a:lnTo>
                  <a:pt x="0" y="0"/>
                </a:lnTo>
                <a:lnTo>
                  <a:pt x="21600" y="0"/>
                </a:lnTo>
                <a:lnTo>
                  <a:pt x="21600" y="0"/>
                </a:lnTo>
                <a:cubicBezTo>
                  <a:pt x="21600" y="11936"/>
                  <a:pt x="20177" y="21600"/>
                  <a:pt x="18419" y="21600"/>
                </a:cubicBez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1" name="Shape">
            <a:extLst>
              <a:ext uri="{FF2B5EF4-FFF2-40B4-BE49-F238E27FC236}">
                <a16:creationId xmlns="" xmlns:a16="http://schemas.microsoft.com/office/drawing/2014/main" id="{103B2411-5B57-4B49-ACF1-44B5BDCA9296}"/>
              </a:ext>
            </a:extLst>
          </p:cNvPr>
          <p:cNvSpPr/>
          <p:nvPr/>
        </p:nvSpPr>
        <p:spPr>
          <a:xfrm>
            <a:off x="6418902" y="1"/>
            <a:ext cx="2725099" cy="35534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377" y="0"/>
                </a:lnTo>
                <a:lnTo>
                  <a:pt x="377" y="3296"/>
                </a:lnTo>
                <a:cubicBezTo>
                  <a:pt x="377" y="8083"/>
                  <a:pt x="2197" y="12583"/>
                  <a:pt x="5511" y="15965"/>
                </a:cubicBezTo>
                <a:cubicBezTo>
                  <a:pt x="8826" y="19346"/>
                  <a:pt x="13220" y="21214"/>
                  <a:pt x="17901" y="21214"/>
                </a:cubicBezTo>
                <a:lnTo>
                  <a:pt x="21600" y="21214"/>
                </a:lnTo>
                <a:lnTo>
                  <a:pt x="21600" y="21600"/>
                </a:lnTo>
                <a:lnTo>
                  <a:pt x="17901" y="21600"/>
                </a:lnTo>
                <a:cubicBezTo>
                  <a:pt x="13122" y="21600"/>
                  <a:pt x="8629" y="19693"/>
                  <a:pt x="5247" y="16242"/>
                </a:cubicBezTo>
                <a:cubicBezTo>
                  <a:pt x="1865" y="12784"/>
                  <a:pt x="8" y="8191"/>
                  <a:pt x="8" y="3304"/>
                </a:cubicBezTo>
                <a:lnTo>
                  <a:pt x="8" y="0"/>
                </a:lnTo>
                <a:close/>
                <a:moveTo>
                  <a:pt x="6463" y="14992"/>
                </a:moveTo>
                <a:cubicBezTo>
                  <a:pt x="9626" y="18226"/>
                  <a:pt x="13839" y="20010"/>
                  <a:pt x="18316" y="20010"/>
                </a:cubicBezTo>
                <a:lnTo>
                  <a:pt x="21600" y="20010"/>
                </a:lnTo>
                <a:lnTo>
                  <a:pt x="21600" y="19624"/>
                </a:lnTo>
                <a:lnTo>
                  <a:pt x="18316" y="19624"/>
                </a:lnTo>
                <a:cubicBezTo>
                  <a:pt x="13937" y="19624"/>
                  <a:pt x="9822" y="17879"/>
                  <a:pt x="6727" y="14714"/>
                </a:cubicBezTo>
                <a:cubicBezTo>
                  <a:pt x="3631" y="11549"/>
                  <a:pt x="1925" y="7342"/>
                  <a:pt x="1925" y="2864"/>
                </a:cubicBezTo>
                <a:lnTo>
                  <a:pt x="1925" y="0"/>
                </a:lnTo>
                <a:lnTo>
                  <a:pt x="1548" y="0"/>
                </a:lnTo>
                <a:lnTo>
                  <a:pt x="1548" y="2864"/>
                </a:lnTo>
                <a:cubicBezTo>
                  <a:pt x="1548" y="7442"/>
                  <a:pt x="3292" y="11750"/>
                  <a:pt x="6463" y="14992"/>
                </a:cubicBezTo>
                <a:close/>
                <a:moveTo>
                  <a:pt x="18731" y="18427"/>
                </a:moveTo>
                <a:lnTo>
                  <a:pt x="21600" y="18427"/>
                </a:lnTo>
                <a:lnTo>
                  <a:pt x="21600" y="18041"/>
                </a:lnTo>
                <a:lnTo>
                  <a:pt x="18731" y="18041"/>
                </a:lnTo>
                <a:cubicBezTo>
                  <a:pt x="10306" y="18041"/>
                  <a:pt x="3480" y="11055"/>
                  <a:pt x="3480" y="2447"/>
                </a:cubicBezTo>
                <a:lnTo>
                  <a:pt x="3480" y="0"/>
                </a:lnTo>
                <a:lnTo>
                  <a:pt x="3103" y="0"/>
                </a:lnTo>
                <a:lnTo>
                  <a:pt x="3103" y="2447"/>
                </a:lnTo>
                <a:cubicBezTo>
                  <a:pt x="3095" y="11271"/>
                  <a:pt x="10094" y="18427"/>
                  <a:pt x="18731" y="18427"/>
                </a:cubicBezTo>
                <a:close/>
                <a:moveTo>
                  <a:pt x="19282" y="16845"/>
                </a:moveTo>
                <a:lnTo>
                  <a:pt x="21592" y="16845"/>
                </a:lnTo>
                <a:lnTo>
                  <a:pt x="21592" y="16459"/>
                </a:lnTo>
                <a:lnTo>
                  <a:pt x="19282" y="16459"/>
                </a:lnTo>
                <a:cubicBezTo>
                  <a:pt x="11408" y="16459"/>
                  <a:pt x="5021" y="9928"/>
                  <a:pt x="5021" y="1876"/>
                </a:cubicBezTo>
                <a:lnTo>
                  <a:pt x="5021" y="0"/>
                </a:lnTo>
                <a:lnTo>
                  <a:pt x="4643" y="0"/>
                </a:lnTo>
                <a:lnTo>
                  <a:pt x="4643" y="1876"/>
                </a:lnTo>
                <a:cubicBezTo>
                  <a:pt x="4643" y="10144"/>
                  <a:pt x="11196" y="16845"/>
                  <a:pt x="19282" y="16845"/>
                </a:cubicBezTo>
                <a:close/>
                <a:moveTo>
                  <a:pt x="19916" y="15254"/>
                </a:moveTo>
                <a:lnTo>
                  <a:pt x="21600" y="15254"/>
                </a:lnTo>
                <a:lnTo>
                  <a:pt x="21600" y="14868"/>
                </a:lnTo>
                <a:lnTo>
                  <a:pt x="19916" y="14868"/>
                </a:lnTo>
                <a:cubicBezTo>
                  <a:pt x="12548" y="14868"/>
                  <a:pt x="6576" y="8762"/>
                  <a:pt x="6576" y="1227"/>
                </a:cubicBezTo>
                <a:lnTo>
                  <a:pt x="6576" y="0"/>
                </a:lnTo>
                <a:lnTo>
                  <a:pt x="6198" y="0"/>
                </a:lnTo>
                <a:lnTo>
                  <a:pt x="6198" y="1227"/>
                </a:lnTo>
                <a:cubicBezTo>
                  <a:pt x="6198" y="8978"/>
                  <a:pt x="12336" y="15254"/>
                  <a:pt x="19916" y="15254"/>
                </a:cubicBezTo>
                <a:close/>
                <a:moveTo>
                  <a:pt x="20422" y="13672"/>
                </a:moveTo>
                <a:lnTo>
                  <a:pt x="21600" y="13672"/>
                </a:lnTo>
                <a:lnTo>
                  <a:pt x="21600" y="13286"/>
                </a:lnTo>
                <a:lnTo>
                  <a:pt x="20422" y="13286"/>
                </a:lnTo>
                <a:cubicBezTo>
                  <a:pt x="13627" y="13286"/>
                  <a:pt x="8124" y="7658"/>
                  <a:pt x="8124" y="710"/>
                </a:cubicBezTo>
                <a:lnTo>
                  <a:pt x="8124" y="0"/>
                </a:lnTo>
                <a:lnTo>
                  <a:pt x="7746" y="0"/>
                </a:lnTo>
                <a:lnTo>
                  <a:pt x="7746" y="710"/>
                </a:lnTo>
                <a:cubicBezTo>
                  <a:pt x="7746" y="7866"/>
                  <a:pt x="13424" y="13672"/>
                  <a:pt x="20422" y="13672"/>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Title 1">
            <a:extLst>
              <a:ext uri="{FF2B5EF4-FFF2-40B4-BE49-F238E27FC236}">
                <a16:creationId xmlns="" xmlns:a16="http://schemas.microsoft.com/office/drawing/2014/main" id="{0D08B00A-9A13-4AB1-A72D-2F499BA2EBAB}"/>
              </a:ext>
            </a:extLst>
          </p:cNvPr>
          <p:cNvSpPr>
            <a:spLocks noGrp="1"/>
          </p:cNvSpPr>
          <p:nvPr>
            <p:ph type="title"/>
          </p:nvPr>
        </p:nvSpPr>
        <p:spPr>
          <a:xfrm>
            <a:off x="628650" y="365126"/>
            <a:ext cx="7886700" cy="1325563"/>
          </a:xfrm>
        </p:spPr>
        <p:txBody>
          <a:bodyPr/>
          <a:lstStyle>
            <a:lvl1pPr>
              <a:defRPr>
                <a:solidFill>
                  <a:schemeClr val="accent3"/>
                </a:solidFill>
              </a:defRPr>
            </a:lvl1pPr>
          </a:lstStyle>
          <a:p>
            <a:r>
              <a:rPr lang="en-US" smtClean="0"/>
              <a:t>Click to edit Master title style</a:t>
            </a:r>
            <a:endParaRPr lang="en-US" dirty="0"/>
          </a:p>
        </p:txBody>
      </p:sp>
      <p:sp>
        <p:nvSpPr>
          <p:cNvPr id="18" name="Content Placeholder 2">
            <a:extLst>
              <a:ext uri="{FF2B5EF4-FFF2-40B4-BE49-F238E27FC236}">
                <a16:creationId xmlns="" xmlns:a16="http://schemas.microsoft.com/office/drawing/2014/main" id="{489DC5E6-DDCD-4B67-B47F-0BD6C54B83D2}"/>
              </a:ext>
            </a:extLst>
          </p:cNvPr>
          <p:cNvSpPr>
            <a:spLocks noGrp="1"/>
          </p:cNvSpPr>
          <p:nvPr>
            <p:ph idx="1"/>
          </p:nvPr>
        </p:nvSpPr>
        <p:spPr>
          <a:xfrm>
            <a:off x="628650" y="1825625"/>
            <a:ext cx="58293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Date Placeholder 3">
            <a:extLst>
              <a:ext uri="{FF2B5EF4-FFF2-40B4-BE49-F238E27FC236}">
                <a16:creationId xmlns="" xmlns:a16="http://schemas.microsoft.com/office/drawing/2014/main" id="{768C53B7-7FCD-400A-9752-7BFFD8BB3D75}"/>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20" name="Footer Placeholder 4">
            <a:extLst>
              <a:ext uri="{FF2B5EF4-FFF2-40B4-BE49-F238E27FC236}">
                <a16:creationId xmlns="" xmlns:a16="http://schemas.microsoft.com/office/drawing/2014/main" id="{10C428BE-FED7-45A5-9425-7445C51F35BB}"/>
              </a:ext>
            </a:extLst>
          </p:cNvPr>
          <p:cNvSpPr>
            <a:spLocks noGrp="1"/>
          </p:cNvSpPr>
          <p:nvPr>
            <p:ph type="ftr" sz="quarter" idx="11"/>
          </p:nvPr>
        </p:nvSpPr>
        <p:spPr>
          <a:xfrm>
            <a:off x="3028950" y="6356351"/>
            <a:ext cx="3086100" cy="365125"/>
          </a:xfrm>
        </p:spPr>
        <p:txBody>
          <a:bodyPr/>
          <a:lstStyle/>
          <a:p>
            <a:endParaRPr lang="en-US"/>
          </a:p>
        </p:txBody>
      </p:sp>
      <p:sp>
        <p:nvSpPr>
          <p:cNvPr id="21" name="Slide Number Placeholder 5">
            <a:extLst>
              <a:ext uri="{FF2B5EF4-FFF2-40B4-BE49-F238E27FC236}">
                <a16:creationId xmlns="" xmlns:a16="http://schemas.microsoft.com/office/drawing/2014/main" id="{18FDE52B-46E4-490F-8D9A-1A96457A334F}"/>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575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10" name="Shape">
            <a:extLst>
              <a:ext uri="{FF2B5EF4-FFF2-40B4-BE49-F238E27FC236}">
                <a16:creationId xmlns="" xmlns:a16="http://schemas.microsoft.com/office/drawing/2014/main" id="{63E75C96-F28A-2843-80BA-ADD9BEAD2FFD}"/>
              </a:ext>
            </a:extLst>
          </p:cNvPr>
          <p:cNvSpPr/>
          <p:nvPr/>
        </p:nvSpPr>
        <p:spPr>
          <a:xfrm>
            <a:off x="0" y="1606549"/>
            <a:ext cx="1991674" cy="52489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8739" y="0"/>
                </a:lnTo>
                <a:cubicBezTo>
                  <a:pt x="15846" y="0"/>
                  <a:pt x="21600" y="2911"/>
                  <a:pt x="21600" y="6507"/>
                </a:cubicBez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1" name="Shape">
            <a:extLst>
              <a:ext uri="{FF2B5EF4-FFF2-40B4-BE49-F238E27FC236}">
                <a16:creationId xmlns="" xmlns:a16="http://schemas.microsoft.com/office/drawing/2014/main" id="{C58D6F81-7CBD-2D48-AA8D-1E3A1F8E07A2}"/>
              </a:ext>
            </a:extLst>
          </p:cNvPr>
          <p:cNvSpPr/>
          <p:nvPr/>
        </p:nvSpPr>
        <p:spPr>
          <a:xfrm>
            <a:off x="0" y="4806948"/>
            <a:ext cx="3391859" cy="2051052"/>
          </a:xfrm>
          <a:custGeom>
            <a:avLst/>
            <a:gdLst/>
            <a:ahLst/>
            <a:cxnLst>
              <a:cxn ang="0">
                <a:pos x="wd2" y="hd2"/>
              </a:cxn>
              <a:cxn ang="5400000">
                <a:pos x="wd2" y="hd2"/>
              </a:cxn>
              <a:cxn ang="10800000">
                <a:pos x="wd2" y="hd2"/>
              </a:cxn>
              <a:cxn ang="16200000">
                <a:pos x="wd2" y="hd2"/>
              </a:cxn>
            </a:cxnLst>
            <a:rect l="0" t="0" r="r" b="b"/>
            <a:pathLst>
              <a:path w="21600" h="21600" extrusionOk="0">
                <a:moveTo>
                  <a:pt x="7631" y="3424"/>
                </a:moveTo>
                <a:lnTo>
                  <a:pt x="6" y="3424"/>
                </a:lnTo>
                <a:lnTo>
                  <a:pt x="6" y="2755"/>
                </a:lnTo>
                <a:lnTo>
                  <a:pt x="7631" y="2755"/>
                </a:lnTo>
                <a:cubicBezTo>
                  <a:pt x="11228" y="2755"/>
                  <a:pt x="14612" y="5845"/>
                  <a:pt x="17154" y="11449"/>
                </a:cubicBezTo>
                <a:cubicBezTo>
                  <a:pt x="18488" y="14391"/>
                  <a:pt x="19507" y="17842"/>
                  <a:pt x="20175" y="21587"/>
                </a:cubicBezTo>
                <a:lnTo>
                  <a:pt x="19847" y="21587"/>
                </a:lnTo>
                <a:cubicBezTo>
                  <a:pt x="19192" y="18016"/>
                  <a:pt x="18215" y="14725"/>
                  <a:pt x="16941" y="11917"/>
                </a:cubicBezTo>
                <a:cubicBezTo>
                  <a:pt x="14455" y="6447"/>
                  <a:pt x="11149" y="3424"/>
                  <a:pt x="7631" y="3424"/>
                </a:cubicBezTo>
                <a:close/>
                <a:moveTo>
                  <a:pt x="17918" y="9763"/>
                </a:moveTo>
                <a:cubicBezTo>
                  <a:pt x="19453" y="13147"/>
                  <a:pt x="20593" y="17186"/>
                  <a:pt x="21279" y="21587"/>
                </a:cubicBezTo>
                <a:lnTo>
                  <a:pt x="21600" y="21587"/>
                </a:lnTo>
                <a:cubicBezTo>
                  <a:pt x="20902" y="16999"/>
                  <a:pt x="19732" y="12799"/>
                  <a:pt x="18130" y="9282"/>
                </a:cubicBezTo>
                <a:cubicBezTo>
                  <a:pt x="15413" y="3290"/>
                  <a:pt x="11804" y="0"/>
                  <a:pt x="7964" y="0"/>
                </a:cubicBezTo>
                <a:lnTo>
                  <a:pt x="0" y="0"/>
                </a:lnTo>
                <a:lnTo>
                  <a:pt x="0" y="669"/>
                </a:lnTo>
                <a:lnTo>
                  <a:pt x="7964" y="669"/>
                </a:lnTo>
                <a:cubicBezTo>
                  <a:pt x="11725" y="682"/>
                  <a:pt x="15261" y="3905"/>
                  <a:pt x="17918" y="9763"/>
                </a:cubicBezTo>
                <a:close/>
                <a:moveTo>
                  <a:pt x="18367" y="21600"/>
                </a:moveTo>
                <a:lnTo>
                  <a:pt x="18701" y="21600"/>
                </a:lnTo>
                <a:cubicBezTo>
                  <a:pt x="16705" y="12104"/>
                  <a:pt x="12344" y="5497"/>
                  <a:pt x="7297" y="5497"/>
                </a:cubicBezTo>
                <a:lnTo>
                  <a:pt x="0" y="5497"/>
                </a:lnTo>
                <a:lnTo>
                  <a:pt x="0" y="6166"/>
                </a:lnTo>
                <a:lnTo>
                  <a:pt x="7297" y="6166"/>
                </a:lnTo>
                <a:cubicBezTo>
                  <a:pt x="12174" y="6166"/>
                  <a:pt x="16396" y="12479"/>
                  <a:pt x="18367" y="21600"/>
                </a:cubicBezTo>
                <a:close/>
                <a:moveTo>
                  <a:pt x="13266" y="21600"/>
                </a:moveTo>
                <a:lnTo>
                  <a:pt x="13672" y="21600"/>
                </a:lnTo>
                <a:cubicBezTo>
                  <a:pt x="11804" y="16785"/>
                  <a:pt x="9026" y="13736"/>
                  <a:pt x="5938" y="13736"/>
                </a:cubicBezTo>
                <a:lnTo>
                  <a:pt x="6" y="13736"/>
                </a:lnTo>
                <a:lnTo>
                  <a:pt x="6" y="14404"/>
                </a:lnTo>
                <a:lnTo>
                  <a:pt x="5938" y="14404"/>
                </a:lnTo>
                <a:cubicBezTo>
                  <a:pt x="8844" y="14404"/>
                  <a:pt x="11458" y="17186"/>
                  <a:pt x="13266" y="21600"/>
                </a:cubicBezTo>
                <a:close/>
                <a:moveTo>
                  <a:pt x="15073" y="21600"/>
                </a:moveTo>
                <a:lnTo>
                  <a:pt x="15443" y="21600"/>
                </a:lnTo>
                <a:cubicBezTo>
                  <a:pt x="13454" y="15194"/>
                  <a:pt x="10118" y="10994"/>
                  <a:pt x="6345" y="10994"/>
                </a:cubicBezTo>
                <a:lnTo>
                  <a:pt x="0" y="10994"/>
                </a:lnTo>
                <a:lnTo>
                  <a:pt x="0" y="11663"/>
                </a:lnTo>
                <a:lnTo>
                  <a:pt x="6345" y="11663"/>
                </a:lnTo>
                <a:cubicBezTo>
                  <a:pt x="9942" y="11663"/>
                  <a:pt x="13132" y="15581"/>
                  <a:pt x="15073" y="21600"/>
                </a:cubicBezTo>
                <a:close/>
                <a:moveTo>
                  <a:pt x="16784" y="21600"/>
                </a:moveTo>
                <a:lnTo>
                  <a:pt x="17130" y="21600"/>
                </a:lnTo>
                <a:cubicBezTo>
                  <a:pt x="15122" y="13642"/>
                  <a:pt x="11264" y="8252"/>
                  <a:pt x="6848" y="8252"/>
                </a:cubicBezTo>
                <a:lnTo>
                  <a:pt x="0" y="8252"/>
                </a:lnTo>
                <a:lnTo>
                  <a:pt x="0" y="8921"/>
                </a:lnTo>
                <a:lnTo>
                  <a:pt x="6848" y="8921"/>
                </a:lnTo>
                <a:cubicBezTo>
                  <a:pt x="11094" y="8907"/>
                  <a:pt x="14806" y="14017"/>
                  <a:pt x="16784" y="21600"/>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Title 1">
            <a:extLst>
              <a:ext uri="{FF2B5EF4-FFF2-40B4-BE49-F238E27FC236}">
                <a16:creationId xmlns="" xmlns:a16="http://schemas.microsoft.com/office/drawing/2014/main" id="{08888851-8419-4D40-B1E3-9D279F24C731}"/>
              </a:ext>
            </a:extLst>
          </p:cNvPr>
          <p:cNvSpPr>
            <a:spLocks noGrp="1"/>
          </p:cNvSpPr>
          <p:nvPr>
            <p:ph type="title"/>
          </p:nvPr>
        </p:nvSpPr>
        <p:spPr>
          <a:xfrm>
            <a:off x="628650" y="365126"/>
            <a:ext cx="7886700" cy="1325563"/>
          </a:xfrm>
        </p:spPr>
        <p:txBody>
          <a:bodyPr/>
          <a:lstStyle/>
          <a:p>
            <a:r>
              <a:rPr lang="en-US" smtClean="0"/>
              <a:t>Click to edit Master title style</a:t>
            </a:r>
            <a:endParaRPr lang="en-US"/>
          </a:p>
        </p:txBody>
      </p:sp>
      <p:sp>
        <p:nvSpPr>
          <p:cNvPr id="18" name="Content Placeholder 2">
            <a:extLst>
              <a:ext uri="{FF2B5EF4-FFF2-40B4-BE49-F238E27FC236}">
                <a16:creationId xmlns="" xmlns:a16="http://schemas.microsoft.com/office/drawing/2014/main" id="{9CCD0F33-6122-4DA2-AA9D-CA48CEFB9225}"/>
              </a:ext>
            </a:extLst>
          </p:cNvPr>
          <p:cNvSpPr>
            <a:spLocks noGrp="1"/>
          </p:cNvSpPr>
          <p:nvPr>
            <p:ph idx="1"/>
          </p:nvPr>
        </p:nvSpPr>
        <p:spPr>
          <a:xfrm>
            <a:off x="2228850" y="1825625"/>
            <a:ext cx="62865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Date Placeholder 3">
            <a:extLst>
              <a:ext uri="{FF2B5EF4-FFF2-40B4-BE49-F238E27FC236}">
                <a16:creationId xmlns="" xmlns:a16="http://schemas.microsoft.com/office/drawing/2014/main" id="{7A8A3FA1-377F-4383-B7E8-14D9409AF64B}"/>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20" name="Footer Placeholder 4">
            <a:extLst>
              <a:ext uri="{FF2B5EF4-FFF2-40B4-BE49-F238E27FC236}">
                <a16:creationId xmlns="" xmlns:a16="http://schemas.microsoft.com/office/drawing/2014/main" id="{566F5CF8-699B-4A09-9AD0-718B0175E486}"/>
              </a:ext>
            </a:extLst>
          </p:cNvPr>
          <p:cNvSpPr>
            <a:spLocks noGrp="1"/>
          </p:cNvSpPr>
          <p:nvPr>
            <p:ph type="ftr" sz="quarter" idx="11"/>
          </p:nvPr>
        </p:nvSpPr>
        <p:spPr>
          <a:xfrm>
            <a:off x="3028950" y="6356351"/>
            <a:ext cx="3086100" cy="365125"/>
          </a:xfrm>
        </p:spPr>
        <p:txBody>
          <a:bodyPr/>
          <a:lstStyle/>
          <a:p>
            <a:endParaRPr lang="en-US"/>
          </a:p>
        </p:txBody>
      </p:sp>
      <p:sp>
        <p:nvSpPr>
          <p:cNvPr id="21" name="Slide Number Placeholder 5">
            <a:extLst>
              <a:ext uri="{FF2B5EF4-FFF2-40B4-BE49-F238E27FC236}">
                <a16:creationId xmlns="" xmlns:a16="http://schemas.microsoft.com/office/drawing/2014/main" id="{7C55771C-35B2-4842-A572-EEE14A727DBF}"/>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3473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1">
    <p:spTree>
      <p:nvGrpSpPr>
        <p:cNvPr id="1" name=""/>
        <p:cNvGrpSpPr/>
        <p:nvPr/>
      </p:nvGrpSpPr>
      <p:grpSpPr>
        <a:xfrm>
          <a:off x="0" y="0"/>
          <a:ext cx="0" cy="0"/>
          <a:chOff x="0" y="0"/>
          <a:chExt cx="0" cy="0"/>
        </a:xfrm>
      </p:grpSpPr>
      <p:sp>
        <p:nvSpPr>
          <p:cNvPr id="15" name="Shape">
            <a:extLst>
              <a:ext uri="{FF2B5EF4-FFF2-40B4-BE49-F238E27FC236}">
                <a16:creationId xmlns="" xmlns:a16="http://schemas.microsoft.com/office/drawing/2014/main" id="{960A9CF5-2CCF-944F-B0C7-119760FEE5EA}"/>
              </a:ext>
            </a:extLst>
          </p:cNvPr>
          <p:cNvSpPr/>
          <p:nvPr/>
        </p:nvSpPr>
        <p:spPr>
          <a:xfrm>
            <a:off x="0" y="0"/>
            <a:ext cx="8382002" cy="3578862"/>
          </a:xfrm>
          <a:custGeom>
            <a:avLst/>
            <a:gdLst/>
            <a:ahLst/>
            <a:cxnLst>
              <a:cxn ang="0">
                <a:pos x="wd2" y="hd2"/>
              </a:cxn>
              <a:cxn ang="5400000">
                <a:pos x="wd2" y="hd2"/>
              </a:cxn>
              <a:cxn ang="10800000">
                <a:pos x="wd2" y="hd2"/>
              </a:cxn>
              <a:cxn ang="16200000">
                <a:pos x="wd2" y="hd2"/>
              </a:cxn>
            </a:cxnLst>
            <a:rect l="0" t="0" r="r" b="b"/>
            <a:pathLst>
              <a:path w="21600" h="21600" extrusionOk="0">
                <a:moveTo>
                  <a:pt x="18544" y="21600"/>
                </a:moveTo>
                <a:lnTo>
                  <a:pt x="0" y="21600"/>
                </a:lnTo>
                <a:lnTo>
                  <a:pt x="0" y="0"/>
                </a:lnTo>
                <a:lnTo>
                  <a:pt x="21600" y="0"/>
                </a:lnTo>
                <a:lnTo>
                  <a:pt x="21600" y="12057"/>
                </a:lnTo>
                <a:cubicBezTo>
                  <a:pt x="21600" y="17323"/>
                  <a:pt x="20233" y="21600"/>
                  <a:pt x="18544" y="21600"/>
                </a:cubicBez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6" name="Shape">
            <a:extLst>
              <a:ext uri="{FF2B5EF4-FFF2-40B4-BE49-F238E27FC236}">
                <a16:creationId xmlns="" xmlns:a16="http://schemas.microsoft.com/office/drawing/2014/main" id="{52ABB2CE-5187-9945-B9DC-4780821E387D}"/>
              </a:ext>
            </a:extLst>
          </p:cNvPr>
          <p:cNvSpPr/>
          <p:nvPr/>
        </p:nvSpPr>
        <p:spPr>
          <a:xfrm>
            <a:off x="5935999" y="1172208"/>
            <a:ext cx="3208001" cy="5685793"/>
          </a:xfrm>
          <a:custGeom>
            <a:avLst/>
            <a:gdLst/>
            <a:ahLst/>
            <a:cxnLst>
              <a:cxn ang="0">
                <a:pos x="wd2" y="hd2"/>
              </a:cxn>
              <a:cxn ang="5400000">
                <a:pos x="wd2" y="hd2"/>
              </a:cxn>
              <a:cxn ang="10800000">
                <a:pos x="wd2" y="hd2"/>
              </a:cxn>
              <a:cxn ang="16200000">
                <a:pos x="wd2" y="hd2"/>
              </a:cxn>
            </a:cxnLst>
            <a:rect l="0" t="0" r="r" b="b"/>
            <a:pathLst>
              <a:path w="21600" h="21600" extrusionOk="0">
                <a:moveTo>
                  <a:pt x="21594" y="0"/>
                </a:moveTo>
                <a:lnTo>
                  <a:pt x="21594" y="241"/>
                </a:lnTo>
                <a:lnTo>
                  <a:pt x="15206" y="241"/>
                </a:lnTo>
                <a:cubicBezTo>
                  <a:pt x="11230" y="241"/>
                  <a:pt x="7491" y="1404"/>
                  <a:pt x="4682" y="3522"/>
                </a:cubicBezTo>
                <a:cubicBezTo>
                  <a:pt x="1873" y="5635"/>
                  <a:pt x="321" y="8448"/>
                  <a:pt x="321" y="11439"/>
                </a:cubicBezTo>
                <a:lnTo>
                  <a:pt x="321" y="21600"/>
                </a:lnTo>
                <a:lnTo>
                  <a:pt x="0" y="21600"/>
                </a:lnTo>
                <a:lnTo>
                  <a:pt x="0" y="11439"/>
                </a:lnTo>
                <a:cubicBezTo>
                  <a:pt x="0" y="8385"/>
                  <a:pt x="1584" y="5515"/>
                  <a:pt x="4451" y="3353"/>
                </a:cubicBezTo>
                <a:cubicBezTo>
                  <a:pt x="7324" y="1192"/>
                  <a:pt x="11140" y="5"/>
                  <a:pt x="15200" y="5"/>
                </a:cubicBezTo>
                <a:lnTo>
                  <a:pt x="21594" y="0"/>
                </a:lnTo>
                <a:close/>
                <a:moveTo>
                  <a:pt x="5490" y="4130"/>
                </a:moveTo>
                <a:cubicBezTo>
                  <a:pt x="2803" y="6151"/>
                  <a:pt x="1321" y="8844"/>
                  <a:pt x="1321" y="11705"/>
                </a:cubicBezTo>
                <a:lnTo>
                  <a:pt x="1321" y="21600"/>
                </a:lnTo>
                <a:lnTo>
                  <a:pt x="1642" y="21600"/>
                </a:lnTo>
                <a:lnTo>
                  <a:pt x="1642" y="11705"/>
                </a:lnTo>
                <a:cubicBezTo>
                  <a:pt x="1642" y="8906"/>
                  <a:pt x="3091" y="6277"/>
                  <a:pt x="5721" y="4299"/>
                </a:cubicBezTo>
                <a:cubicBezTo>
                  <a:pt x="8350" y="2321"/>
                  <a:pt x="11845" y="1230"/>
                  <a:pt x="15565" y="1230"/>
                </a:cubicBezTo>
                <a:lnTo>
                  <a:pt x="21600" y="1230"/>
                </a:lnTo>
                <a:lnTo>
                  <a:pt x="21600" y="989"/>
                </a:lnTo>
                <a:lnTo>
                  <a:pt x="15565" y="989"/>
                </a:lnTo>
                <a:cubicBezTo>
                  <a:pt x="11756" y="989"/>
                  <a:pt x="8183" y="2104"/>
                  <a:pt x="5490" y="4130"/>
                </a:cubicBezTo>
                <a:close/>
                <a:moveTo>
                  <a:pt x="2636" y="11970"/>
                </a:moveTo>
                <a:lnTo>
                  <a:pt x="2636" y="21600"/>
                </a:lnTo>
                <a:lnTo>
                  <a:pt x="2956" y="21600"/>
                </a:lnTo>
                <a:lnTo>
                  <a:pt x="2956" y="11970"/>
                </a:lnTo>
                <a:cubicBezTo>
                  <a:pt x="2956" y="6595"/>
                  <a:pt x="8767" y="2224"/>
                  <a:pt x="15911" y="2224"/>
                </a:cubicBezTo>
                <a:lnTo>
                  <a:pt x="21594" y="2224"/>
                </a:lnTo>
                <a:lnTo>
                  <a:pt x="21594" y="1983"/>
                </a:lnTo>
                <a:lnTo>
                  <a:pt x="15911" y="1983"/>
                </a:lnTo>
                <a:cubicBezTo>
                  <a:pt x="8594" y="1983"/>
                  <a:pt x="2636" y="6460"/>
                  <a:pt x="2636" y="11970"/>
                </a:cubicBezTo>
                <a:close/>
                <a:moveTo>
                  <a:pt x="3951" y="12322"/>
                </a:moveTo>
                <a:lnTo>
                  <a:pt x="3951" y="21595"/>
                </a:lnTo>
                <a:lnTo>
                  <a:pt x="4271" y="21595"/>
                </a:lnTo>
                <a:lnTo>
                  <a:pt x="4271" y="12322"/>
                </a:lnTo>
                <a:cubicBezTo>
                  <a:pt x="4271" y="7300"/>
                  <a:pt x="9703" y="3208"/>
                  <a:pt x="16386" y="3208"/>
                </a:cubicBezTo>
                <a:lnTo>
                  <a:pt x="21594" y="3208"/>
                </a:lnTo>
                <a:lnTo>
                  <a:pt x="21594" y="2967"/>
                </a:lnTo>
                <a:lnTo>
                  <a:pt x="16386" y="2967"/>
                </a:lnTo>
                <a:cubicBezTo>
                  <a:pt x="9530" y="2972"/>
                  <a:pt x="3951" y="7169"/>
                  <a:pt x="3951" y="12322"/>
                </a:cubicBezTo>
                <a:close/>
                <a:moveTo>
                  <a:pt x="5265" y="12727"/>
                </a:moveTo>
                <a:lnTo>
                  <a:pt x="5265" y="21600"/>
                </a:lnTo>
                <a:lnTo>
                  <a:pt x="5586" y="21600"/>
                </a:lnTo>
                <a:lnTo>
                  <a:pt x="5586" y="12727"/>
                </a:lnTo>
                <a:cubicBezTo>
                  <a:pt x="5586" y="8028"/>
                  <a:pt x="10672" y="4202"/>
                  <a:pt x="16918" y="4202"/>
                </a:cubicBezTo>
                <a:lnTo>
                  <a:pt x="21594" y="4202"/>
                </a:lnTo>
                <a:lnTo>
                  <a:pt x="21594" y="3961"/>
                </a:lnTo>
                <a:lnTo>
                  <a:pt x="16918" y="3961"/>
                </a:lnTo>
                <a:cubicBezTo>
                  <a:pt x="10492" y="3961"/>
                  <a:pt x="5265" y="7893"/>
                  <a:pt x="5265" y="12727"/>
                </a:cubicBezTo>
                <a:close/>
                <a:moveTo>
                  <a:pt x="6580" y="13051"/>
                </a:moveTo>
                <a:lnTo>
                  <a:pt x="6580" y="21600"/>
                </a:lnTo>
                <a:lnTo>
                  <a:pt x="6901" y="21600"/>
                </a:lnTo>
                <a:lnTo>
                  <a:pt x="6901" y="13051"/>
                </a:lnTo>
                <a:cubicBezTo>
                  <a:pt x="6901" y="8718"/>
                  <a:pt x="11589" y="5191"/>
                  <a:pt x="17348" y="5191"/>
                </a:cubicBezTo>
                <a:lnTo>
                  <a:pt x="21587" y="5191"/>
                </a:lnTo>
                <a:lnTo>
                  <a:pt x="21587" y="4950"/>
                </a:lnTo>
                <a:lnTo>
                  <a:pt x="17348" y="4950"/>
                </a:lnTo>
                <a:cubicBezTo>
                  <a:pt x="11416" y="4950"/>
                  <a:pt x="6580" y="8583"/>
                  <a:pt x="6580" y="13051"/>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8" name="Title 1">
            <a:extLst>
              <a:ext uri="{FF2B5EF4-FFF2-40B4-BE49-F238E27FC236}">
                <a16:creationId xmlns="" xmlns:a16="http://schemas.microsoft.com/office/drawing/2014/main" id="{C7E228BF-1CA5-4856-ADE1-3CF4E8475976}"/>
              </a:ext>
            </a:extLst>
          </p:cNvPr>
          <p:cNvSpPr>
            <a:spLocks noGrp="1"/>
          </p:cNvSpPr>
          <p:nvPr>
            <p:ph type="title"/>
          </p:nvPr>
        </p:nvSpPr>
        <p:spPr>
          <a:xfrm>
            <a:off x="623887" y="988663"/>
            <a:ext cx="5205413" cy="1067618"/>
          </a:xfrm>
        </p:spPr>
        <p:txBody>
          <a:bodyPr anchor="b"/>
          <a:lstStyle>
            <a:lvl1pPr>
              <a:defRPr sz="6000">
                <a:solidFill>
                  <a:schemeClr val="accent3"/>
                </a:solidFill>
              </a:defRPr>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A75560DB-B208-41C1-AC26-ACACF8AE7CCD}"/>
              </a:ext>
            </a:extLst>
          </p:cNvPr>
          <p:cNvSpPr>
            <a:spLocks noGrp="1"/>
          </p:cNvSpPr>
          <p:nvPr>
            <p:ph type="body" idx="1"/>
          </p:nvPr>
        </p:nvSpPr>
        <p:spPr>
          <a:xfrm>
            <a:off x="623887" y="2083270"/>
            <a:ext cx="5205413" cy="783274"/>
          </a:xfrm>
        </p:spPr>
        <p:txBody>
          <a:bodyPr/>
          <a:lstStyle>
            <a:lvl1pPr marL="0" indent="0">
              <a:buNone/>
              <a:defRPr sz="2400">
                <a:solidFill>
                  <a:schemeClr val="bg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0" name="Date Placeholder 3">
            <a:extLst>
              <a:ext uri="{FF2B5EF4-FFF2-40B4-BE49-F238E27FC236}">
                <a16:creationId xmlns="" xmlns:a16="http://schemas.microsoft.com/office/drawing/2014/main" id="{78CD13F7-FE5E-4564-955B-78635E1D6BD1}"/>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11" name="Footer Placeholder 4">
            <a:extLst>
              <a:ext uri="{FF2B5EF4-FFF2-40B4-BE49-F238E27FC236}">
                <a16:creationId xmlns="" xmlns:a16="http://schemas.microsoft.com/office/drawing/2014/main" id="{DFEC6B85-2D6C-4E54-AFB1-FC9C8C5BCCCD}"/>
              </a:ext>
            </a:extLst>
          </p:cNvPr>
          <p:cNvSpPr>
            <a:spLocks noGrp="1"/>
          </p:cNvSpPr>
          <p:nvPr>
            <p:ph type="ftr" sz="quarter" idx="11"/>
          </p:nvPr>
        </p:nvSpPr>
        <p:spPr>
          <a:xfrm>
            <a:off x="3028950" y="6356351"/>
            <a:ext cx="3086100" cy="365125"/>
          </a:xfrm>
        </p:spPr>
        <p:txBody>
          <a:bodyPr/>
          <a:lstStyle/>
          <a:p>
            <a:endParaRPr lang="en-US"/>
          </a:p>
        </p:txBody>
      </p:sp>
      <p:sp>
        <p:nvSpPr>
          <p:cNvPr id="12" name="Slide Number Placeholder 5">
            <a:extLst>
              <a:ext uri="{FF2B5EF4-FFF2-40B4-BE49-F238E27FC236}">
                <a16:creationId xmlns="" xmlns:a16="http://schemas.microsoft.com/office/drawing/2014/main" id="{C0A08B1B-1C08-468B-84FB-AF1608C8E4FD}"/>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2352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2">
    <p:spTree>
      <p:nvGrpSpPr>
        <p:cNvPr id="1" name=""/>
        <p:cNvGrpSpPr/>
        <p:nvPr/>
      </p:nvGrpSpPr>
      <p:grpSpPr>
        <a:xfrm>
          <a:off x="0" y="0"/>
          <a:ext cx="0" cy="0"/>
          <a:chOff x="0" y="0"/>
          <a:chExt cx="0" cy="0"/>
        </a:xfrm>
      </p:grpSpPr>
      <p:sp>
        <p:nvSpPr>
          <p:cNvPr id="15" name="Shape">
            <a:extLst>
              <a:ext uri="{FF2B5EF4-FFF2-40B4-BE49-F238E27FC236}">
                <a16:creationId xmlns="" xmlns:a16="http://schemas.microsoft.com/office/drawing/2014/main" id="{5EBBFD12-C8B2-2B47-A38F-A5A270B05482}"/>
              </a:ext>
            </a:extLst>
          </p:cNvPr>
          <p:cNvSpPr/>
          <p:nvPr/>
        </p:nvSpPr>
        <p:spPr>
          <a:xfrm>
            <a:off x="761998" y="3279138"/>
            <a:ext cx="8382002" cy="35788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9543"/>
                </a:lnTo>
                <a:cubicBezTo>
                  <a:pt x="0" y="4269"/>
                  <a:pt x="1367" y="0"/>
                  <a:pt x="3056" y="0"/>
                </a:cubicBezTo>
                <a:lnTo>
                  <a:pt x="21600" y="0"/>
                </a:ln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6" name="Shape">
            <a:extLst>
              <a:ext uri="{FF2B5EF4-FFF2-40B4-BE49-F238E27FC236}">
                <a16:creationId xmlns="" xmlns:a16="http://schemas.microsoft.com/office/drawing/2014/main" id="{6D3F21EB-D75D-F741-B409-7E82B3CA1305}"/>
              </a:ext>
            </a:extLst>
          </p:cNvPr>
          <p:cNvSpPr/>
          <p:nvPr/>
        </p:nvSpPr>
        <p:spPr>
          <a:xfrm>
            <a:off x="1" y="0"/>
            <a:ext cx="2957504" cy="5822952"/>
          </a:xfrm>
          <a:custGeom>
            <a:avLst/>
            <a:gdLst/>
            <a:ahLst/>
            <a:cxnLst>
              <a:cxn ang="0">
                <a:pos x="wd2" y="hd2"/>
              </a:cxn>
              <a:cxn ang="5400000">
                <a:pos x="wd2" y="hd2"/>
              </a:cxn>
              <a:cxn ang="10800000">
                <a:pos x="wd2" y="hd2"/>
              </a:cxn>
              <a:cxn ang="16200000">
                <a:pos x="wd2" y="hd2"/>
              </a:cxn>
            </a:cxnLst>
            <a:rect l="0" t="0" r="r" b="b"/>
            <a:pathLst>
              <a:path w="21600" h="21600" extrusionOk="0">
                <a:moveTo>
                  <a:pt x="7" y="21600"/>
                </a:moveTo>
                <a:lnTo>
                  <a:pt x="7" y="21364"/>
                </a:lnTo>
                <a:lnTo>
                  <a:pt x="5106" y="21364"/>
                </a:lnTo>
                <a:cubicBezTo>
                  <a:pt x="9419" y="21364"/>
                  <a:pt x="13475" y="20229"/>
                  <a:pt x="16522" y="18161"/>
                </a:cubicBezTo>
                <a:cubicBezTo>
                  <a:pt x="19569" y="16098"/>
                  <a:pt x="21252" y="13351"/>
                  <a:pt x="21252" y="10430"/>
                </a:cubicBezTo>
                <a:lnTo>
                  <a:pt x="21252" y="0"/>
                </a:lnTo>
                <a:lnTo>
                  <a:pt x="21600" y="0"/>
                </a:lnTo>
                <a:lnTo>
                  <a:pt x="21600" y="10430"/>
                </a:lnTo>
                <a:cubicBezTo>
                  <a:pt x="21600" y="13412"/>
                  <a:pt x="19882" y="16215"/>
                  <a:pt x="16772" y="18326"/>
                </a:cubicBezTo>
                <a:cubicBezTo>
                  <a:pt x="13656" y="20436"/>
                  <a:pt x="9516" y="21595"/>
                  <a:pt x="5113" y="21595"/>
                </a:cubicBezTo>
                <a:lnTo>
                  <a:pt x="7" y="21595"/>
                </a:lnTo>
                <a:close/>
                <a:moveTo>
                  <a:pt x="15645" y="17567"/>
                </a:moveTo>
                <a:cubicBezTo>
                  <a:pt x="18560" y="15593"/>
                  <a:pt x="20167" y="12965"/>
                  <a:pt x="20167" y="10171"/>
                </a:cubicBezTo>
                <a:lnTo>
                  <a:pt x="20167" y="0"/>
                </a:lnTo>
                <a:lnTo>
                  <a:pt x="19819" y="0"/>
                </a:lnTo>
                <a:lnTo>
                  <a:pt x="19819" y="10171"/>
                </a:lnTo>
                <a:cubicBezTo>
                  <a:pt x="19819" y="12903"/>
                  <a:pt x="18247" y="15471"/>
                  <a:pt x="15395" y="17402"/>
                </a:cubicBezTo>
                <a:cubicBezTo>
                  <a:pt x="12543" y="19334"/>
                  <a:pt x="8751" y="20399"/>
                  <a:pt x="4717" y="20399"/>
                </a:cubicBezTo>
                <a:lnTo>
                  <a:pt x="0" y="20399"/>
                </a:lnTo>
                <a:lnTo>
                  <a:pt x="0" y="20634"/>
                </a:lnTo>
                <a:lnTo>
                  <a:pt x="4717" y="20634"/>
                </a:lnTo>
                <a:cubicBezTo>
                  <a:pt x="8849" y="20630"/>
                  <a:pt x="12723" y="19541"/>
                  <a:pt x="15645" y="17567"/>
                </a:cubicBezTo>
                <a:close/>
                <a:moveTo>
                  <a:pt x="18741" y="9912"/>
                </a:moveTo>
                <a:lnTo>
                  <a:pt x="18741" y="0"/>
                </a:lnTo>
                <a:lnTo>
                  <a:pt x="18393" y="0"/>
                </a:lnTo>
                <a:lnTo>
                  <a:pt x="18393" y="9912"/>
                </a:lnTo>
                <a:cubicBezTo>
                  <a:pt x="18393" y="15160"/>
                  <a:pt x="12090" y="19428"/>
                  <a:pt x="4341" y="19428"/>
                </a:cubicBezTo>
                <a:lnTo>
                  <a:pt x="7" y="19428"/>
                </a:lnTo>
                <a:lnTo>
                  <a:pt x="7" y="19664"/>
                </a:lnTo>
                <a:lnTo>
                  <a:pt x="4341" y="19664"/>
                </a:lnTo>
                <a:cubicBezTo>
                  <a:pt x="12278" y="19664"/>
                  <a:pt x="18741" y="15287"/>
                  <a:pt x="18741" y="9912"/>
                </a:cubicBezTo>
                <a:close/>
                <a:moveTo>
                  <a:pt x="17315" y="9563"/>
                </a:moveTo>
                <a:lnTo>
                  <a:pt x="17315" y="0"/>
                </a:lnTo>
                <a:lnTo>
                  <a:pt x="16967" y="0"/>
                </a:lnTo>
                <a:lnTo>
                  <a:pt x="16967" y="9563"/>
                </a:lnTo>
                <a:cubicBezTo>
                  <a:pt x="16967" y="14468"/>
                  <a:pt x="11075" y="18462"/>
                  <a:pt x="3826" y="18462"/>
                </a:cubicBezTo>
                <a:lnTo>
                  <a:pt x="7" y="18462"/>
                </a:lnTo>
                <a:lnTo>
                  <a:pt x="7" y="18698"/>
                </a:lnTo>
                <a:lnTo>
                  <a:pt x="3826" y="18698"/>
                </a:lnTo>
                <a:cubicBezTo>
                  <a:pt x="11263" y="18698"/>
                  <a:pt x="17315" y="14599"/>
                  <a:pt x="17315" y="9563"/>
                </a:cubicBezTo>
                <a:close/>
                <a:moveTo>
                  <a:pt x="15882" y="9172"/>
                </a:moveTo>
                <a:lnTo>
                  <a:pt x="15882" y="0"/>
                </a:lnTo>
                <a:lnTo>
                  <a:pt x="15534" y="0"/>
                </a:lnTo>
                <a:lnTo>
                  <a:pt x="15534" y="9172"/>
                </a:lnTo>
                <a:cubicBezTo>
                  <a:pt x="15534" y="13761"/>
                  <a:pt x="10017" y="17497"/>
                  <a:pt x="3242" y="17497"/>
                </a:cubicBezTo>
                <a:lnTo>
                  <a:pt x="0" y="17497"/>
                </a:lnTo>
                <a:lnTo>
                  <a:pt x="0" y="17732"/>
                </a:lnTo>
                <a:lnTo>
                  <a:pt x="3242" y="17732"/>
                </a:lnTo>
                <a:cubicBezTo>
                  <a:pt x="10212" y="17732"/>
                  <a:pt x="15882" y="13893"/>
                  <a:pt x="15882" y="9172"/>
                </a:cubicBezTo>
                <a:close/>
                <a:moveTo>
                  <a:pt x="14456" y="8857"/>
                </a:moveTo>
                <a:lnTo>
                  <a:pt x="14456" y="5"/>
                </a:lnTo>
                <a:lnTo>
                  <a:pt x="14108" y="5"/>
                </a:lnTo>
                <a:lnTo>
                  <a:pt x="14108" y="8857"/>
                </a:lnTo>
                <a:cubicBezTo>
                  <a:pt x="14108" y="13087"/>
                  <a:pt x="9023" y="16531"/>
                  <a:pt x="2776" y="16531"/>
                </a:cubicBezTo>
                <a:lnTo>
                  <a:pt x="7" y="16531"/>
                </a:lnTo>
                <a:lnTo>
                  <a:pt x="7" y="16766"/>
                </a:lnTo>
                <a:lnTo>
                  <a:pt x="2776" y="16766"/>
                </a:lnTo>
                <a:cubicBezTo>
                  <a:pt x="9217" y="16766"/>
                  <a:pt x="14456" y="13214"/>
                  <a:pt x="14456" y="8857"/>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8" name="Title 1">
            <a:extLst>
              <a:ext uri="{FF2B5EF4-FFF2-40B4-BE49-F238E27FC236}">
                <a16:creationId xmlns="" xmlns:a16="http://schemas.microsoft.com/office/drawing/2014/main" id="{74985E82-8BBB-4140-ADE7-3211B76C0426}"/>
              </a:ext>
            </a:extLst>
          </p:cNvPr>
          <p:cNvSpPr>
            <a:spLocks noGrp="1"/>
          </p:cNvSpPr>
          <p:nvPr>
            <p:ph type="title"/>
          </p:nvPr>
        </p:nvSpPr>
        <p:spPr>
          <a:xfrm>
            <a:off x="3028950" y="3590366"/>
            <a:ext cx="5481638" cy="1363709"/>
          </a:xfrm>
        </p:spPr>
        <p:txBody>
          <a:bodyPr anchor="b"/>
          <a:lstStyle>
            <a:lvl1pPr>
              <a:defRPr sz="6000">
                <a:solidFill>
                  <a:schemeClr val="accent3"/>
                </a:solidFill>
              </a:defRPr>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BE5281E8-502B-4754-B5F5-7C62E11011CF}"/>
              </a:ext>
            </a:extLst>
          </p:cNvPr>
          <p:cNvSpPr>
            <a:spLocks noGrp="1"/>
          </p:cNvSpPr>
          <p:nvPr>
            <p:ph type="body" idx="1"/>
          </p:nvPr>
        </p:nvSpPr>
        <p:spPr>
          <a:xfrm>
            <a:off x="3028950" y="4981063"/>
            <a:ext cx="5481638" cy="791602"/>
          </a:xfrm>
        </p:spPr>
        <p:txBody>
          <a:bodyPr/>
          <a:lstStyle>
            <a:lvl1pPr marL="0" indent="0">
              <a:buNone/>
              <a:defRPr sz="2400">
                <a:solidFill>
                  <a:schemeClr val="bg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0" name="Date Placeholder 3">
            <a:extLst>
              <a:ext uri="{FF2B5EF4-FFF2-40B4-BE49-F238E27FC236}">
                <a16:creationId xmlns="" xmlns:a16="http://schemas.microsoft.com/office/drawing/2014/main" id="{A67E5779-2729-4DED-A8C2-41F4FEE4767B}"/>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11" name="Footer Placeholder 4">
            <a:extLst>
              <a:ext uri="{FF2B5EF4-FFF2-40B4-BE49-F238E27FC236}">
                <a16:creationId xmlns="" xmlns:a16="http://schemas.microsoft.com/office/drawing/2014/main" id="{FBD21987-FA22-47F7-B702-8D9638C10C5C}"/>
              </a:ext>
            </a:extLst>
          </p:cNvPr>
          <p:cNvSpPr>
            <a:spLocks noGrp="1"/>
          </p:cNvSpPr>
          <p:nvPr>
            <p:ph type="ftr" sz="quarter" idx="11"/>
          </p:nvPr>
        </p:nvSpPr>
        <p:spPr>
          <a:xfrm>
            <a:off x="3028950" y="6356351"/>
            <a:ext cx="3086100" cy="365125"/>
          </a:xfrm>
        </p:spPr>
        <p:txBody>
          <a:bodyPr/>
          <a:lstStyle/>
          <a:p>
            <a:endParaRPr lang="en-US"/>
          </a:p>
        </p:txBody>
      </p:sp>
      <p:sp>
        <p:nvSpPr>
          <p:cNvPr id="12" name="Slide Number Placeholder 5">
            <a:extLst>
              <a:ext uri="{FF2B5EF4-FFF2-40B4-BE49-F238E27FC236}">
                <a16:creationId xmlns="" xmlns:a16="http://schemas.microsoft.com/office/drawing/2014/main" id="{A03F40A7-0F3F-41D6-9058-1BE8DB2708C0}"/>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62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19" name="Shape">
            <a:extLst>
              <a:ext uri="{FF2B5EF4-FFF2-40B4-BE49-F238E27FC236}">
                <a16:creationId xmlns="" xmlns:a16="http://schemas.microsoft.com/office/drawing/2014/main" id="{F52B00C0-F5A3-DA41-BFA4-87F7AA041812}"/>
              </a:ext>
            </a:extLst>
          </p:cNvPr>
          <p:cNvSpPr/>
          <p:nvPr/>
        </p:nvSpPr>
        <p:spPr>
          <a:xfrm>
            <a:off x="5213029" y="1"/>
            <a:ext cx="3930971" cy="341502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6516" y="21600"/>
                </a:lnTo>
                <a:cubicBezTo>
                  <a:pt x="2915" y="21600"/>
                  <a:pt x="0" y="17126"/>
                  <a:pt x="0" y="11599"/>
                </a:cubicBezTo>
                <a:lnTo>
                  <a:pt x="0" y="0"/>
                </a:lnTo>
                <a:lnTo>
                  <a:pt x="21600" y="0"/>
                </a:ln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20" name="Shape">
            <a:extLst>
              <a:ext uri="{FF2B5EF4-FFF2-40B4-BE49-F238E27FC236}">
                <a16:creationId xmlns="" xmlns:a16="http://schemas.microsoft.com/office/drawing/2014/main" id="{C5E1C6A1-AFFB-624A-AE26-3080660A6F1E}"/>
              </a:ext>
            </a:extLst>
          </p:cNvPr>
          <p:cNvSpPr/>
          <p:nvPr/>
        </p:nvSpPr>
        <p:spPr>
          <a:xfrm>
            <a:off x="0" y="2353308"/>
            <a:ext cx="8288658" cy="4504693"/>
          </a:xfrm>
          <a:custGeom>
            <a:avLst/>
            <a:gdLst/>
            <a:ahLst/>
            <a:cxnLst>
              <a:cxn ang="0">
                <a:pos x="wd2" y="hd2"/>
              </a:cxn>
              <a:cxn ang="5400000">
                <a:pos x="wd2" y="hd2"/>
              </a:cxn>
              <a:cxn ang="10800000">
                <a:pos x="wd2" y="hd2"/>
              </a:cxn>
              <a:cxn ang="16200000">
                <a:pos x="wd2" y="hd2"/>
              </a:cxn>
            </a:cxnLst>
            <a:rect l="0" t="0" r="r" b="b"/>
            <a:pathLst>
              <a:path w="21600" h="21600" extrusionOk="0">
                <a:moveTo>
                  <a:pt x="21600" y="21594"/>
                </a:moveTo>
                <a:lnTo>
                  <a:pt x="21476" y="21594"/>
                </a:lnTo>
                <a:lnTo>
                  <a:pt x="21476" y="14439"/>
                </a:lnTo>
                <a:cubicBezTo>
                  <a:pt x="21476" y="10663"/>
                  <a:pt x="20878" y="7113"/>
                  <a:pt x="19788" y="4445"/>
                </a:cubicBezTo>
                <a:cubicBezTo>
                  <a:pt x="18701" y="1778"/>
                  <a:pt x="17254" y="304"/>
                  <a:pt x="15715" y="304"/>
                </a:cubicBezTo>
                <a:lnTo>
                  <a:pt x="0" y="304"/>
                </a:lnTo>
                <a:lnTo>
                  <a:pt x="0" y="0"/>
                </a:lnTo>
                <a:lnTo>
                  <a:pt x="15715" y="0"/>
                </a:lnTo>
                <a:cubicBezTo>
                  <a:pt x="17286" y="0"/>
                  <a:pt x="18763" y="1504"/>
                  <a:pt x="19875" y="4226"/>
                </a:cubicBezTo>
                <a:cubicBezTo>
                  <a:pt x="20987" y="6954"/>
                  <a:pt x="21598" y="10578"/>
                  <a:pt x="21598" y="14432"/>
                </a:cubicBezTo>
                <a:lnTo>
                  <a:pt x="21598" y="21594"/>
                </a:lnTo>
                <a:close/>
                <a:moveTo>
                  <a:pt x="19478" y="5213"/>
                </a:moveTo>
                <a:cubicBezTo>
                  <a:pt x="18438" y="2661"/>
                  <a:pt x="17053" y="1254"/>
                  <a:pt x="15581" y="1254"/>
                </a:cubicBezTo>
                <a:lnTo>
                  <a:pt x="2" y="1254"/>
                </a:lnTo>
                <a:lnTo>
                  <a:pt x="2" y="1559"/>
                </a:lnTo>
                <a:lnTo>
                  <a:pt x="15581" y="1559"/>
                </a:lnTo>
                <a:cubicBezTo>
                  <a:pt x="17020" y="1559"/>
                  <a:pt x="18373" y="2935"/>
                  <a:pt x="19391" y="5432"/>
                </a:cubicBezTo>
                <a:cubicBezTo>
                  <a:pt x="20409" y="7929"/>
                  <a:pt x="20970" y="11248"/>
                  <a:pt x="20970" y="14780"/>
                </a:cubicBezTo>
                <a:lnTo>
                  <a:pt x="20970" y="21600"/>
                </a:lnTo>
                <a:lnTo>
                  <a:pt x="21094" y="21600"/>
                </a:lnTo>
                <a:lnTo>
                  <a:pt x="21094" y="14780"/>
                </a:lnTo>
                <a:cubicBezTo>
                  <a:pt x="21091" y="11162"/>
                  <a:pt x="20518" y="7764"/>
                  <a:pt x="19478" y="5213"/>
                </a:cubicBezTo>
                <a:close/>
                <a:moveTo>
                  <a:pt x="15444" y="2503"/>
                </a:moveTo>
                <a:lnTo>
                  <a:pt x="2" y="2503"/>
                </a:lnTo>
                <a:lnTo>
                  <a:pt x="2" y="2807"/>
                </a:lnTo>
                <a:lnTo>
                  <a:pt x="15444" y="2807"/>
                </a:lnTo>
                <a:cubicBezTo>
                  <a:pt x="18209" y="2807"/>
                  <a:pt x="20458" y="8325"/>
                  <a:pt x="20458" y="15108"/>
                </a:cubicBezTo>
                <a:lnTo>
                  <a:pt x="20458" y="21594"/>
                </a:lnTo>
                <a:lnTo>
                  <a:pt x="20582" y="21594"/>
                </a:lnTo>
                <a:lnTo>
                  <a:pt x="20582" y="15108"/>
                </a:lnTo>
                <a:cubicBezTo>
                  <a:pt x="20582" y="8154"/>
                  <a:pt x="18276" y="2503"/>
                  <a:pt x="15444" y="2503"/>
                </a:cubicBezTo>
                <a:close/>
                <a:moveTo>
                  <a:pt x="15261" y="3751"/>
                </a:moveTo>
                <a:lnTo>
                  <a:pt x="0" y="3751"/>
                </a:lnTo>
                <a:lnTo>
                  <a:pt x="0" y="4056"/>
                </a:lnTo>
                <a:lnTo>
                  <a:pt x="15261" y="4056"/>
                </a:lnTo>
                <a:cubicBezTo>
                  <a:pt x="17844" y="4056"/>
                  <a:pt x="19949" y="9214"/>
                  <a:pt x="19949" y="15559"/>
                </a:cubicBezTo>
                <a:lnTo>
                  <a:pt x="19949" y="21594"/>
                </a:lnTo>
                <a:lnTo>
                  <a:pt x="20073" y="21594"/>
                </a:lnTo>
                <a:lnTo>
                  <a:pt x="20073" y="15559"/>
                </a:lnTo>
                <a:cubicBezTo>
                  <a:pt x="20073" y="9049"/>
                  <a:pt x="17914" y="3751"/>
                  <a:pt x="15261" y="3751"/>
                </a:cubicBezTo>
                <a:close/>
                <a:moveTo>
                  <a:pt x="15054" y="5000"/>
                </a:moveTo>
                <a:lnTo>
                  <a:pt x="2" y="5000"/>
                </a:lnTo>
                <a:lnTo>
                  <a:pt x="2" y="5304"/>
                </a:lnTo>
                <a:lnTo>
                  <a:pt x="15054" y="5304"/>
                </a:lnTo>
                <a:cubicBezTo>
                  <a:pt x="17472" y="5304"/>
                  <a:pt x="19441" y="10133"/>
                  <a:pt x="19441" y="16065"/>
                </a:cubicBezTo>
                <a:lnTo>
                  <a:pt x="19441" y="21594"/>
                </a:lnTo>
                <a:lnTo>
                  <a:pt x="19565" y="21594"/>
                </a:lnTo>
                <a:lnTo>
                  <a:pt x="19565" y="16065"/>
                </a:lnTo>
                <a:cubicBezTo>
                  <a:pt x="19565" y="9963"/>
                  <a:pt x="17539" y="5000"/>
                  <a:pt x="15054" y="5000"/>
                </a:cubicBezTo>
                <a:close/>
                <a:moveTo>
                  <a:pt x="14886" y="6248"/>
                </a:moveTo>
                <a:lnTo>
                  <a:pt x="0" y="6248"/>
                </a:lnTo>
                <a:lnTo>
                  <a:pt x="0" y="6552"/>
                </a:lnTo>
                <a:lnTo>
                  <a:pt x="14886" y="6552"/>
                </a:lnTo>
                <a:cubicBezTo>
                  <a:pt x="17115" y="6552"/>
                  <a:pt x="18929" y="11004"/>
                  <a:pt x="18929" y="16473"/>
                </a:cubicBezTo>
                <a:lnTo>
                  <a:pt x="18929" y="21594"/>
                </a:lnTo>
                <a:lnTo>
                  <a:pt x="19053" y="21594"/>
                </a:lnTo>
                <a:lnTo>
                  <a:pt x="19053" y="16473"/>
                </a:lnTo>
                <a:cubicBezTo>
                  <a:pt x="19053" y="10840"/>
                  <a:pt x="17184" y="6248"/>
                  <a:pt x="14886" y="6248"/>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9" name="Text Placeholder 2">
            <a:extLst>
              <a:ext uri="{FF2B5EF4-FFF2-40B4-BE49-F238E27FC236}">
                <a16:creationId xmlns="" xmlns:a16="http://schemas.microsoft.com/office/drawing/2014/main" id="{9DA8F992-7750-4566-AB4F-B2E8F3794CA3}"/>
              </a:ext>
            </a:extLst>
          </p:cNvPr>
          <p:cNvSpPr>
            <a:spLocks noGrp="1"/>
          </p:cNvSpPr>
          <p:nvPr>
            <p:ph type="body" idx="1"/>
          </p:nvPr>
        </p:nvSpPr>
        <p:spPr>
          <a:xfrm>
            <a:off x="623887" y="5151756"/>
            <a:ext cx="5588654" cy="99758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0" name="Date Placeholder 3">
            <a:extLst>
              <a:ext uri="{FF2B5EF4-FFF2-40B4-BE49-F238E27FC236}">
                <a16:creationId xmlns="" xmlns:a16="http://schemas.microsoft.com/office/drawing/2014/main" id="{0FEC4993-EF72-4ADC-8D11-1EB7C9409528}"/>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11" name="Footer Placeholder 4">
            <a:extLst>
              <a:ext uri="{FF2B5EF4-FFF2-40B4-BE49-F238E27FC236}">
                <a16:creationId xmlns="" xmlns:a16="http://schemas.microsoft.com/office/drawing/2014/main" id="{B145FAD1-5607-4570-9675-FE264814964D}"/>
              </a:ext>
            </a:extLst>
          </p:cNvPr>
          <p:cNvSpPr>
            <a:spLocks noGrp="1"/>
          </p:cNvSpPr>
          <p:nvPr>
            <p:ph type="ftr" sz="quarter" idx="11"/>
          </p:nvPr>
        </p:nvSpPr>
        <p:spPr>
          <a:xfrm>
            <a:off x="3028950" y="6356351"/>
            <a:ext cx="3086100" cy="365125"/>
          </a:xfrm>
        </p:spPr>
        <p:txBody>
          <a:bodyPr/>
          <a:lstStyle/>
          <a:p>
            <a:endParaRPr lang="en-US"/>
          </a:p>
        </p:txBody>
      </p:sp>
      <p:sp>
        <p:nvSpPr>
          <p:cNvPr id="12" name="Slide Number Placeholder 5">
            <a:extLst>
              <a:ext uri="{FF2B5EF4-FFF2-40B4-BE49-F238E27FC236}">
                <a16:creationId xmlns="" xmlns:a16="http://schemas.microsoft.com/office/drawing/2014/main" id="{265FB8DD-A34F-4C06-9929-1E68FACD4D00}"/>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
        <p:nvSpPr>
          <p:cNvPr id="15" name="Picture Placeholder 15">
            <a:extLst>
              <a:ext uri="{FF2B5EF4-FFF2-40B4-BE49-F238E27FC236}">
                <a16:creationId xmlns="" xmlns:a16="http://schemas.microsoft.com/office/drawing/2014/main" id="{33CC49E4-6647-47F5-895A-9CFC416CE1C4}"/>
              </a:ext>
            </a:extLst>
          </p:cNvPr>
          <p:cNvSpPr>
            <a:spLocks noGrp="1"/>
          </p:cNvSpPr>
          <p:nvPr>
            <p:ph type="pic" sz="quarter" idx="13"/>
          </p:nvPr>
        </p:nvSpPr>
        <p:spPr>
          <a:xfrm>
            <a:off x="7806588" y="652440"/>
            <a:ext cx="1000125" cy="1333500"/>
          </a:xfrm>
          <a:prstGeom prst="ellipse">
            <a:avLst/>
          </a:prstGeom>
          <a:solidFill>
            <a:schemeClr val="accent5"/>
          </a:solidFill>
        </p:spPr>
        <p:txBody>
          <a:bodyPr>
            <a:normAutofit/>
          </a:bodyPr>
          <a:lstStyle>
            <a:lvl1pPr marL="0" indent="0" algn="ctr">
              <a:buNone/>
              <a:defRPr sz="1400"/>
            </a:lvl1pPr>
          </a:lstStyle>
          <a:p>
            <a:r>
              <a:rPr lang="en-US" smtClean="0"/>
              <a:t>Click icon to add picture</a:t>
            </a:r>
            <a:endParaRPr lang="en-US" dirty="0"/>
          </a:p>
        </p:txBody>
      </p:sp>
      <p:sp>
        <p:nvSpPr>
          <p:cNvPr id="16" name="Text Placeholder 17">
            <a:extLst>
              <a:ext uri="{FF2B5EF4-FFF2-40B4-BE49-F238E27FC236}">
                <a16:creationId xmlns="" xmlns:a16="http://schemas.microsoft.com/office/drawing/2014/main" id="{A537F86F-E8D6-44FF-939F-7EB5A46935EE}"/>
              </a:ext>
            </a:extLst>
          </p:cNvPr>
          <p:cNvSpPr>
            <a:spLocks noGrp="1"/>
          </p:cNvSpPr>
          <p:nvPr>
            <p:ph type="body" sz="quarter" idx="14" hasCustomPrompt="1"/>
          </p:nvPr>
        </p:nvSpPr>
        <p:spPr>
          <a:xfrm>
            <a:off x="7668476" y="2050104"/>
            <a:ext cx="1276350" cy="307010"/>
          </a:xfrm>
          <a:noFill/>
        </p:spPr>
        <p:txBody>
          <a:bodyPr anchor="ctr">
            <a:noAutofit/>
          </a:bodyPr>
          <a:lstStyle>
            <a:lvl1pPr marL="0" indent="0" algn="ctr">
              <a:buNone/>
              <a:defRPr sz="1200">
                <a:solidFill>
                  <a:schemeClr val="accent3"/>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 xmlns:a16="http://schemas.microsoft.com/office/drawing/2014/main" id="{17C97F11-0CC0-4E01-8422-614383043296}"/>
              </a:ext>
            </a:extLst>
          </p:cNvPr>
          <p:cNvSpPr>
            <a:spLocks noGrp="1"/>
          </p:cNvSpPr>
          <p:nvPr>
            <p:ph type="body" sz="quarter" idx="15" hasCustomPrompt="1"/>
          </p:nvPr>
        </p:nvSpPr>
        <p:spPr>
          <a:xfrm>
            <a:off x="7668476" y="2363827"/>
            <a:ext cx="1276350" cy="307010"/>
          </a:xfrm>
          <a:noFill/>
        </p:spPr>
        <p:txBody>
          <a:bodyPr anchor="ctr">
            <a:noAutofit/>
          </a:bodyPr>
          <a:lstStyle>
            <a:lvl1pPr marL="0" indent="0" algn="ctr">
              <a:buNone/>
              <a:defRPr sz="1200">
                <a:solidFill>
                  <a:schemeClr val="accent3"/>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 xmlns:a16="http://schemas.microsoft.com/office/drawing/2014/main" id="{322609FE-C556-4394-9CD9-CACD20BC7261}"/>
              </a:ext>
            </a:extLst>
          </p:cNvPr>
          <p:cNvSpPr>
            <a:spLocks noGrp="1"/>
          </p:cNvSpPr>
          <p:nvPr>
            <p:ph type="body" sz="quarter" idx="16" hasCustomPrompt="1"/>
          </p:nvPr>
        </p:nvSpPr>
        <p:spPr>
          <a:xfrm>
            <a:off x="7668476" y="2677550"/>
            <a:ext cx="1276350" cy="307010"/>
          </a:xfrm>
          <a:noFill/>
        </p:spPr>
        <p:txBody>
          <a:bodyPr anchor="ctr">
            <a:noAutofit/>
          </a:bodyPr>
          <a:lstStyle>
            <a:lvl1pPr marL="0" indent="0" algn="ctr">
              <a:buNone/>
              <a:defRPr sz="1200">
                <a:solidFill>
                  <a:schemeClr val="accent3"/>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8" name="Title 1">
            <a:extLst>
              <a:ext uri="{FF2B5EF4-FFF2-40B4-BE49-F238E27FC236}">
                <a16:creationId xmlns="" xmlns:a16="http://schemas.microsoft.com/office/drawing/2014/main" id="{1907DC5D-4F3E-4A99-A621-6F93F32265C8}"/>
              </a:ext>
            </a:extLst>
          </p:cNvPr>
          <p:cNvSpPr>
            <a:spLocks noGrp="1"/>
          </p:cNvSpPr>
          <p:nvPr>
            <p:ph type="title"/>
          </p:nvPr>
        </p:nvSpPr>
        <p:spPr>
          <a:xfrm>
            <a:off x="623887" y="4003043"/>
            <a:ext cx="5588654" cy="1121724"/>
          </a:xfrm>
        </p:spPr>
        <p:txBody>
          <a:bodyPr anchor="b"/>
          <a:lstStyle>
            <a:lvl1pPr>
              <a:defRPr sz="6000"/>
            </a:lvl1pPr>
          </a:lstStyle>
          <a:p>
            <a:r>
              <a:rPr lang="en-US" smtClean="0"/>
              <a:t>Click to edit Master title style</a:t>
            </a:r>
            <a:endParaRPr lang="en-US" dirty="0"/>
          </a:p>
        </p:txBody>
      </p:sp>
    </p:spTree>
    <p:extLst>
      <p:ext uri="{BB962C8B-B14F-4D97-AF65-F5344CB8AC3E}">
        <p14:creationId xmlns:p14="http://schemas.microsoft.com/office/powerpoint/2010/main" val="315582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lor and Typography">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CC897C59-303D-43EB-830D-58B293D336AC}"/>
              </a:ext>
            </a:extLst>
          </p:cNvPr>
          <p:cNvGrpSpPr/>
          <p:nvPr/>
        </p:nvGrpSpPr>
        <p:grpSpPr>
          <a:xfrm>
            <a:off x="628649" y="1830764"/>
            <a:ext cx="7886702" cy="1741127"/>
            <a:chOff x="838199" y="1830763"/>
            <a:chExt cx="10515602" cy="1741127"/>
          </a:xfrm>
        </p:grpSpPr>
        <p:sp>
          <p:nvSpPr>
            <p:cNvPr id="175" name="Rectangle 174">
              <a:extLst>
                <a:ext uri="{FF2B5EF4-FFF2-40B4-BE49-F238E27FC236}">
                  <a16:creationId xmlns="" xmlns:a16="http://schemas.microsoft.com/office/drawing/2014/main" id="{4460574F-0FFA-4AF4-9268-D077C9C57D58}"/>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4" name="Rectangle 173">
              <a:extLst>
                <a:ext uri="{FF2B5EF4-FFF2-40B4-BE49-F238E27FC236}">
                  <a16:creationId xmlns="" xmlns:a16="http://schemas.microsoft.com/office/drawing/2014/main" id="{E9AEC03B-EFBC-451C-9889-555B420B787B}"/>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3" name="Rectangle 172">
              <a:extLst>
                <a:ext uri="{FF2B5EF4-FFF2-40B4-BE49-F238E27FC236}">
                  <a16:creationId xmlns="" xmlns:a16="http://schemas.microsoft.com/office/drawing/2014/main" id="{12504A8F-A26B-43AF-BF89-2621FF0CE3CD}"/>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2" name="Rectangle 171">
              <a:extLst>
                <a:ext uri="{FF2B5EF4-FFF2-40B4-BE49-F238E27FC236}">
                  <a16:creationId xmlns="" xmlns:a16="http://schemas.microsoft.com/office/drawing/2014/main" id="{F7726C56-B942-4400-8CE0-069969802448}"/>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1" name="Rectangle 170">
              <a:extLst>
                <a:ext uri="{FF2B5EF4-FFF2-40B4-BE49-F238E27FC236}">
                  <a16:creationId xmlns="" xmlns:a16="http://schemas.microsoft.com/office/drawing/2014/main" id="{DAE760DB-698E-4688-BBAF-49FD684C7AFD}"/>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0" name="Rectangle 169">
              <a:extLst>
                <a:ext uri="{FF2B5EF4-FFF2-40B4-BE49-F238E27FC236}">
                  <a16:creationId xmlns="" xmlns:a16="http://schemas.microsoft.com/office/drawing/2014/main" id="{72A9A194-717A-430D-B418-44C0B8F1A4C3}"/>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9" name="Rectangle 178">
              <a:extLst>
                <a:ext uri="{FF2B5EF4-FFF2-40B4-BE49-F238E27FC236}">
                  <a16:creationId xmlns="" xmlns:a16="http://schemas.microsoft.com/office/drawing/2014/main" id="{E915F52A-A44F-4FB1-A1A1-1A513475EFE8}"/>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0" name="Rectangle 179">
              <a:extLst>
                <a:ext uri="{FF2B5EF4-FFF2-40B4-BE49-F238E27FC236}">
                  <a16:creationId xmlns="" xmlns:a16="http://schemas.microsoft.com/office/drawing/2014/main" id="{6034C492-58E9-4550-B83D-E33D2B2217E6}"/>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1" name="Rectangle 180">
              <a:extLst>
                <a:ext uri="{FF2B5EF4-FFF2-40B4-BE49-F238E27FC236}">
                  <a16:creationId xmlns="" xmlns:a16="http://schemas.microsoft.com/office/drawing/2014/main" id="{F92FB454-2844-432A-897E-609CA7D5AB13}"/>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2" name="Rectangle 181">
              <a:extLst>
                <a:ext uri="{FF2B5EF4-FFF2-40B4-BE49-F238E27FC236}">
                  <a16:creationId xmlns="" xmlns:a16="http://schemas.microsoft.com/office/drawing/2014/main" id="{DFE585D9-1B79-4D2C-BE24-8DD53BF2D43D}"/>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3" name="Rectangle 182">
              <a:extLst>
                <a:ext uri="{FF2B5EF4-FFF2-40B4-BE49-F238E27FC236}">
                  <a16:creationId xmlns="" xmlns:a16="http://schemas.microsoft.com/office/drawing/2014/main" id="{7CA650B9-D80A-4F55-849B-9B9229BAB7AB}"/>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4" name="Rectangle 183">
              <a:extLst>
                <a:ext uri="{FF2B5EF4-FFF2-40B4-BE49-F238E27FC236}">
                  <a16:creationId xmlns="" xmlns:a16="http://schemas.microsoft.com/office/drawing/2014/main" id="{212A3E8F-2036-4425-950A-9DDCE99E48E2}"/>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6" name="Rectangle 185">
              <a:extLst>
                <a:ext uri="{FF2B5EF4-FFF2-40B4-BE49-F238E27FC236}">
                  <a16:creationId xmlns="" xmlns:a16="http://schemas.microsoft.com/office/drawing/2014/main" id="{F8D77422-E1EF-442A-B883-288DFB42AC7A}"/>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7" name="Rectangle 186">
              <a:extLst>
                <a:ext uri="{FF2B5EF4-FFF2-40B4-BE49-F238E27FC236}">
                  <a16:creationId xmlns="" xmlns:a16="http://schemas.microsoft.com/office/drawing/2014/main" id="{F5A5458A-8CAB-46ED-A597-7A9BC874E064}"/>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8" name="Rectangle 187">
              <a:extLst>
                <a:ext uri="{FF2B5EF4-FFF2-40B4-BE49-F238E27FC236}">
                  <a16:creationId xmlns="" xmlns:a16="http://schemas.microsoft.com/office/drawing/2014/main" id="{129FB0AE-0FE9-4E47-89E1-28A56DFEFD44}"/>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9" name="Rectangle 188">
              <a:extLst>
                <a:ext uri="{FF2B5EF4-FFF2-40B4-BE49-F238E27FC236}">
                  <a16:creationId xmlns="" xmlns:a16="http://schemas.microsoft.com/office/drawing/2014/main" id="{8DCBA888-FF6F-4E0D-AD60-DA0D78CD05D1}"/>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0" name="Rectangle 189">
              <a:extLst>
                <a:ext uri="{FF2B5EF4-FFF2-40B4-BE49-F238E27FC236}">
                  <a16:creationId xmlns="" xmlns:a16="http://schemas.microsoft.com/office/drawing/2014/main" id="{F9271256-F951-4086-8A3B-C91C2291A176}"/>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1" name="Rectangle 190">
              <a:extLst>
                <a:ext uri="{FF2B5EF4-FFF2-40B4-BE49-F238E27FC236}">
                  <a16:creationId xmlns="" xmlns:a16="http://schemas.microsoft.com/office/drawing/2014/main" id="{27D18AA1-C449-4778-A01C-5FEFF6D4B6F0}"/>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3" name="Rectangle 192">
              <a:extLst>
                <a:ext uri="{FF2B5EF4-FFF2-40B4-BE49-F238E27FC236}">
                  <a16:creationId xmlns="" xmlns:a16="http://schemas.microsoft.com/office/drawing/2014/main" id="{507DEC82-2EA5-41B4-BBE2-03D513A6990F}"/>
                </a:ext>
              </a:extLst>
            </p:cNvPr>
            <p:cNvSpPr/>
            <p:nvPr userDrawn="1"/>
          </p:nvSpPr>
          <p:spPr>
            <a:xfrm>
              <a:off x="4045295" y="1830763"/>
              <a:ext cx="894312" cy="174112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4" name="Rectangle 193">
              <a:extLst>
                <a:ext uri="{FF2B5EF4-FFF2-40B4-BE49-F238E27FC236}">
                  <a16:creationId xmlns="" xmlns:a16="http://schemas.microsoft.com/office/drawing/2014/main" id="{CC3C8386-1A37-4F90-9D5F-F552F6BD3D6B}"/>
                </a:ext>
              </a:extLst>
            </p:cNvPr>
            <p:cNvSpPr/>
            <p:nvPr userDrawn="1"/>
          </p:nvSpPr>
          <p:spPr>
            <a:xfrm>
              <a:off x="4045295" y="1830763"/>
              <a:ext cx="894312" cy="15513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5" name="Rectangle 194">
              <a:extLst>
                <a:ext uri="{FF2B5EF4-FFF2-40B4-BE49-F238E27FC236}">
                  <a16:creationId xmlns="" xmlns:a16="http://schemas.microsoft.com/office/drawing/2014/main" id="{20C96B97-602D-4FB6-83FA-5F537C10D957}"/>
                </a:ext>
              </a:extLst>
            </p:cNvPr>
            <p:cNvSpPr/>
            <p:nvPr userDrawn="1"/>
          </p:nvSpPr>
          <p:spPr>
            <a:xfrm>
              <a:off x="4045295" y="1830763"/>
              <a:ext cx="894312" cy="136148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6" name="Rectangle 195">
              <a:extLst>
                <a:ext uri="{FF2B5EF4-FFF2-40B4-BE49-F238E27FC236}">
                  <a16:creationId xmlns="" xmlns:a16="http://schemas.microsoft.com/office/drawing/2014/main" id="{C78EB1C9-B967-4BCF-BA1F-F62AD5830A83}"/>
                </a:ext>
              </a:extLst>
            </p:cNvPr>
            <p:cNvSpPr/>
            <p:nvPr userDrawn="1"/>
          </p:nvSpPr>
          <p:spPr>
            <a:xfrm>
              <a:off x="4045295" y="1830763"/>
              <a:ext cx="894312" cy="117166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7" name="Rectangle 196">
              <a:extLst>
                <a:ext uri="{FF2B5EF4-FFF2-40B4-BE49-F238E27FC236}">
                  <a16:creationId xmlns="" xmlns:a16="http://schemas.microsoft.com/office/drawing/2014/main" id="{530AF99D-4A64-462C-8DC1-2AFD50700E78}"/>
                </a:ext>
              </a:extLst>
            </p:cNvPr>
            <p:cNvSpPr/>
            <p:nvPr userDrawn="1"/>
          </p:nvSpPr>
          <p:spPr>
            <a:xfrm>
              <a:off x="4045295" y="1830763"/>
              <a:ext cx="894312" cy="9818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8" name="Rectangle 197">
              <a:extLst>
                <a:ext uri="{FF2B5EF4-FFF2-40B4-BE49-F238E27FC236}">
                  <a16:creationId xmlns="" xmlns:a16="http://schemas.microsoft.com/office/drawing/2014/main" id="{251EE8AC-B14F-4016-B318-3215BFA74576}"/>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0" name="Rectangle 199">
              <a:extLst>
                <a:ext uri="{FF2B5EF4-FFF2-40B4-BE49-F238E27FC236}">
                  <a16:creationId xmlns="" xmlns:a16="http://schemas.microsoft.com/office/drawing/2014/main" id="{DB3EFE93-C789-4C06-AE63-48F21F3F0562}"/>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1" name="Rectangle 200">
              <a:extLst>
                <a:ext uri="{FF2B5EF4-FFF2-40B4-BE49-F238E27FC236}">
                  <a16:creationId xmlns="" xmlns:a16="http://schemas.microsoft.com/office/drawing/2014/main" id="{C159A26F-3E35-43ED-9527-94575D015CF9}"/>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2" name="Rectangle 201">
              <a:extLst>
                <a:ext uri="{FF2B5EF4-FFF2-40B4-BE49-F238E27FC236}">
                  <a16:creationId xmlns="" xmlns:a16="http://schemas.microsoft.com/office/drawing/2014/main" id="{197FEBE6-4234-4233-9AAC-C966B38A457C}"/>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3" name="Rectangle 202">
              <a:extLst>
                <a:ext uri="{FF2B5EF4-FFF2-40B4-BE49-F238E27FC236}">
                  <a16:creationId xmlns="" xmlns:a16="http://schemas.microsoft.com/office/drawing/2014/main" id="{4A6CCAEB-B0B2-4918-BF93-14B428F71030}"/>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4" name="Rectangle 203">
              <a:extLst>
                <a:ext uri="{FF2B5EF4-FFF2-40B4-BE49-F238E27FC236}">
                  <a16:creationId xmlns="" xmlns:a16="http://schemas.microsoft.com/office/drawing/2014/main" id="{26BAB2D9-48E2-4FD7-8266-8DA7249A311F}"/>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5" name="Rectangle 204">
              <a:extLst>
                <a:ext uri="{FF2B5EF4-FFF2-40B4-BE49-F238E27FC236}">
                  <a16:creationId xmlns="" xmlns:a16="http://schemas.microsoft.com/office/drawing/2014/main" id="{E373E1AE-97F0-411F-ADE1-F7FA57FDB549}"/>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7" name="Rectangle 206">
              <a:extLst>
                <a:ext uri="{FF2B5EF4-FFF2-40B4-BE49-F238E27FC236}">
                  <a16:creationId xmlns="" xmlns:a16="http://schemas.microsoft.com/office/drawing/2014/main" id="{7980EC62-1AA7-49B9-A98C-B1AE41A8BAF7}"/>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8" name="Rectangle 207">
              <a:extLst>
                <a:ext uri="{FF2B5EF4-FFF2-40B4-BE49-F238E27FC236}">
                  <a16:creationId xmlns="" xmlns:a16="http://schemas.microsoft.com/office/drawing/2014/main" id="{1B940435-8801-4AE0-AF82-51785C14109F}"/>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9" name="Rectangle 208">
              <a:extLst>
                <a:ext uri="{FF2B5EF4-FFF2-40B4-BE49-F238E27FC236}">
                  <a16:creationId xmlns="" xmlns:a16="http://schemas.microsoft.com/office/drawing/2014/main" id="{709FEA5B-55A5-4A85-90AE-A3E8181AD6B1}"/>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0" name="Rectangle 209">
              <a:extLst>
                <a:ext uri="{FF2B5EF4-FFF2-40B4-BE49-F238E27FC236}">
                  <a16:creationId xmlns="" xmlns:a16="http://schemas.microsoft.com/office/drawing/2014/main" id="{AC24C165-A09C-48A0-8D30-43D9272501D0}"/>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1" name="Rectangle 210">
              <a:extLst>
                <a:ext uri="{FF2B5EF4-FFF2-40B4-BE49-F238E27FC236}">
                  <a16:creationId xmlns="" xmlns:a16="http://schemas.microsoft.com/office/drawing/2014/main" id="{AF779B59-BF2E-434C-A692-81F3395A2DDC}"/>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2" name="Rectangle 211">
              <a:extLst>
                <a:ext uri="{FF2B5EF4-FFF2-40B4-BE49-F238E27FC236}">
                  <a16:creationId xmlns="" xmlns:a16="http://schemas.microsoft.com/office/drawing/2014/main" id="{72D25286-DFE7-4DB6-BC2A-849B72A1D58F}"/>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4" name="Rectangle 213">
              <a:extLst>
                <a:ext uri="{FF2B5EF4-FFF2-40B4-BE49-F238E27FC236}">
                  <a16:creationId xmlns="" xmlns:a16="http://schemas.microsoft.com/office/drawing/2014/main" id="{EFFFC619-3DCF-484B-936D-D1C6706967D7}"/>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5" name="Rectangle 214">
              <a:extLst>
                <a:ext uri="{FF2B5EF4-FFF2-40B4-BE49-F238E27FC236}">
                  <a16:creationId xmlns="" xmlns:a16="http://schemas.microsoft.com/office/drawing/2014/main" id="{C36F1647-E3A7-42C7-94DB-E22470CD7962}"/>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6" name="Rectangle 215">
              <a:extLst>
                <a:ext uri="{FF2B5EF4-FFF2-40B4-BE49-F238E27FC236}">
                  <a16:creationId xmlns="" xmlns:a16="http://schemas.microsoft.com/office/drawing/2014/main" id="{0812BACF-D77F-4A42-A212-538847FF9776}"/>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7" name="Rectangle 216">
              <a:extLst>
                <a:ext uri="{FF2B5EF4-FFF2-40B4-BE49-F238E27FC236}">
                  <a16:creationId xmlns="" xmlns:a16="http://schemas.microsoft.com/office/drawing/2014/main" id="{63855A19-9DBA-4293-A411-6842A7DAA995}"/>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8" name="Rectangle 217">
              <a:extLst>
                <a:ext uri="{FF2B5EF4-FFF2-40B4-BE49-F238E27FC236}">
                  <a16:creationId xmlns="" xmlns:a16="http://schemas.microsoft.com/office/drawing/2014/main" id="{E705E91E-E65F-4094-8904-D56C56FC5F44}"/>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9" name="Rectangle 218">
              <a:extLst>
                <a:ext uri="{FF2B5EF4-FFF2-40B4-BE49-F238E27FC236}">
                  <a16:creationId xmlns="" xmlns:a16="http://schemas.microsoft.com/office/drawing/2014/main" id="{B6DEB2ED-B6FD-4B88-90DA-9530DA2E64C9}"/>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1" name="Rectangle 220">
              <a:extLst>
                <a:ext uri="{FF2B5EF4-FFF2-40B4-BE49-F238E27FC236}">
                  <a16:creationId xmlns="" xmlns:a16="http://schemas.microsoft.com/office/drawing/2014/main" id="{62E667E1-7F5F-4E4F-AF63-4AB31D847AE0}"/>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2" name="Rectangle 221">
              <a:extLst>
                <a:ext uri="{FF2B5EF4-FFF2-40B4-BE49-F238E27FC236}">
                  <a16:creationId xmlns="" xmlns:a16="http://schemas.microsoft.com/office/drawing/2014/main" id="{A9D94CA5-400D-47AE-9512-4557FBE20192}"/>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3" name="Rectangle 222">
              <a:extLst>
                <a:ext uri="{FF2B5EF4-FFF2-40B4-BE49-F238E27FC236}">
                  <a16:creationId xmlns="" xmlns:a16="http://schemas.microsoft.com/office/drawing/2014/main" id="{1E60784B-8569-41D5-BB14-8F5DAFDCE67A}"/>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4" name="Rectangle 223">
              <a:extLst>
                <a:ext uri="{FF2B5EF4-FFF2-40B4-BE49-F238E27FC236}">
                  <a16:creationId xmlns="" xmlns:a16="http://schemas.microsoft.com/office/drawing/2014/main" id="{FE043B0E-D351-4B21-BB22-FF8713E0E199}"/>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5" name="Rectangle 224">
              <a:extLst>
                <a:ext uri="{FF2B5EF4-FFF2-40B4-BE49-F238E27FC236}">
                  <a16:creationId xmlns="" xmlns:a16="http://schemas.microsoft.com/office/drawing/2014/main" id="{D57AC92D-3891-4CC7-9301-A742653C394B}"/>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6" name="Rectangle 225">
              <a:extLst>
                <a:ext uri="{FF2B5EF4-FFF2-40B4-BE49-F238E27FC236}">
                  <a16:creationId xmlns="" xmlns:a16="http://schemas.microsoft.com/office/drawing/2014/main" id="{870D976A-0EA2-4422-A1FB-EE1A159B65DC}"/>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8" name="Rectangle 227">
              <a:extLst>
                <a:ext uri="{FF2B5EF4-FFF2-40B4-BE49-F238E27FC236}">
                  <a16:creationId xmlns="" xmlns:a16="http://schemas.microsoft.com/office/drawing/2014/main" id="{074CEC48-74FA-45A9-9E16-525EB9E974F9}"/>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9" name="Rectangle 228">
              <a:extLst>
                <a:ext uri="{FF2B5EF4-FFF2-40B4-BE49-F238E27FC236}">
                  <a16:creationId xmlns="" xmlns:a16="http://schemas.microsoft.com/office/drawing/2014/main" id="{8CA8D9C7-FFCE-4895-B720-C9F65C686B93}"/>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0" name="Rectangle 229">
              <a:extLst>
                <a:ext uri="{FF2B5EF4-FFF2-40B4-BE49-F238E27FC236}">
                  <a16:creationId xmlns="" xmlns:a16="http://schemas.microsoft.com/office/drawing/2014/main" id="{DF8FDE11-2636-4F16-BC4C-C0DBD965F47E}"/>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1" name="Rectangle 230">
              <a:extLst>
                <a:ext uri="{FF2B5EF4-FFF2-40B4-BE49-F238E27FC236}">
                  <a16:creationId xmlns="" xmlns:a16="http://schemas.microsoft.com/office/drawing/2014/main" id="{EAE2FCEB-5A44-4458-99EB-B2522F731513}"/>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2" name="Rectangle 231">
              <a:extLst>
                <a:ext uri="{FF2B5EF4-FFF2-40B4-BE49-F238E27FC236}">
                  <a16:creationId xmlns="" xmlns:a16="http://schemas.microsoft.com/office/drawing/2014/main" id="{FA982CEB-3569-4AB2-A279-56909D8DBA2B}"/>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3" name="Rectangle 232">
              <a:extLst>
                <a:ext uri="{FF2B5EF4-FFF2-40B4-BE49-F238E27FC236}">
                  <a16:creationId xmlns="" xmlns:a16="http://schemas.microsoft.com/office/drawing/2014/main" id="{B85FDECF-7983-4160-8B97-DA92A01F2A38}"/>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5" name="Rectangle 234">
              <a:extLst>
                <a:ext uri="{FF2B5EF4-FFF2-40B4-BE49-F238E27FC236}">
                  <a16:creationId xmlns="" xmlns:a16="http://schemas.microsoft.com/office/drawing/2014/main" id="{80F0CF47-25FB-4AB4-837F-33B5D368A8C0}"/>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6" name="Rectangle 235">
              <a:extLst>
                <a:ext uri="{FF2B5EF4-FFF2-40B4-BE49-F238E27FC236}">
                  <a16:creationId xmlns="" xmlns:a16="http://schemas.microsoft.com/office/drawing/2014/main" id="{12C0DD63-4FB0-4217-BC06-7CEB655B79B6}"/>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7" name="Rectangle 236">
              <a:extLst>
                <a:ext uri="{FF2B5EF4-FFF2-40B4-BE49-F238E27FC236}">
                  <a16:creationId xmlns="" xmlns:a16="http://schemas.microsoft.com/office/drawing/2014/main" id="{5841390F-E0B0-48E2-8756-2C0A532BC037}"/>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8" name="Rectangle 237">
              <a:extLst>
                <a:ext uri="{FF2B5EF4-FFF2-40B4-BE49-F238E27FC236}">
                  <a16:creationId xmlns="" xmlns:a16="http://schemas.microsoft.com/office/drawing/2014/main" id="{E49982BC-FA05-4F1B-A8BD-AE3793F3BD02}"/>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9" name="Rectangle 238">
              <a:extLst>
                <a:ext uri="{FF2B5EF4-FFF2-40B4-BE49-F238E27FC236}">
                  <a16:creationId xmlns="" xmlns:a16="http://schemas.microsoft.com/office/drawing/2014/main" id="{84445015-4210-46FE-958B-F3271E10284B}"/>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0" name="Rectangle 239">
              <a:extLst>
                <a:ext uri="{FF2B5EF4-FFF2-40B4-BE49-F238E27FC236}">
                  <a16:creationId xmlns="" xmlns:a16="http://schemas.microsoft.com/office/drawing/2014/main" id="{06FD93CB-F173-4C32-9E54-DE5EDB0F83D8}"/>
                </a:ext>
              </a:extLst>
            </p:cNvPr>
            <p:cNvSpPr/>
            <p:nvPr userDrawn="1"/>
          </p:nvSpPr>
          <p:spPr>
            <a:xfrm>
              <a:off x="10459489"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grpSp>
      <p:sp>
        <p:nvSpPr>
          <p:cNvPr id="12" name="Title 1">
            <a:extLst>
              <a:ext uri="{FF2B5EF4-FFF2-40B4-BE49-F238E27FC236}">
                <a16:creationId xmlns="" xmlns:a16="http://schemas.microsoft.com/office/drawing/2014/main" id="{0D08B00A-9A13-4AB1-A72D-2F499BA2EBAB}"/>
              </a:ext>
            </a:extLst>
          </p:cNvPr>
          <p:cNvSpPr>
            <a:spLocks noGrp="1"/>
          </p:cNvSpPr>
          <p:nvPr>
            <p:ph type="title"/>
          </p:nvPr>
        </p:nvSpPr>
        <p:spPr>
          <a:xfrm>
            <a:off x="628650" y="365126"/>
            <a:ext cx="7886700" cy="1325563"/>
          </a:xfrm>
        </p:spPr>
        <p:txBody>
          <a:bodyPr/>
          <a:lstStyle/>
          <a:p>
            <a:r>
              <a:rPr lang="en-US" smtClean="0"/>
              <a:t>Click to edit Master title style</a:t>
            </a:r>
            <a:endParaRPr lang="en-US" dirty="0"/>
          </a:p>
        </p:txBody>
      </p:sp>
      <p:sp>
        <p:nvSpPr>
          <p:cNvPr id="88" name="Text Placeholder 2">
            <a:extLst>
              <a:ext uri="{FF2B5EF4-FFF2-40B4-BE49-F238E27FC236}">
                <a16:creationId xmlns="" xmlns:a16="http://schemas.microsoft.com/office/drawing/2014/main" id="{BB3FC47E-3339-49A8-AEF2-ECC3BF1514FB}"/>
              </a:ext>
            </a:extLst>
          </p:cNvPr>
          <p:cNvSpPr>
            <a:spLocks noGrp="1"/>
          </p:cNvSpPr>
          <p:nvPr>
            <p:ph type="body" sz="quarter" idx="10"/>
          </p:nvPr>
        </p:nvSpPr>
        <p:spPr>
          <a:xfrm>
            <a:off x="628649" y="3709150"/>
            <a:ext cx="7886700" cy="1325880"/>
          </a:xfrm>
        </p:spPr>
        <p:txBody>
          <a:bodyPr vert="horz" lIns="91440" tIns="45720" rIns="91440" bIns="45720" rtlCol="0" anchor="ctr">
            <a:normAutofit/>
          </a:bodyPr>
          <a:lstStyle>
            <a:lvl1pPr marL="0" indent="0">
              <a:buNone/>
              <a:defRPr lang="en-US" sz="4400" dirty="0">
                <a:solidFill>
                  <a:schemeClr val="accent1"/>
                </a:solidFill>
                <a:latin typeface="+mj-lt"/>
                <a:ea typeface="+mj-ea"/>
                <a:cs typeface="+mj-cs"/>
              </a:defRPr>
            </a:lvl1pPr>
          </a:lstStyle>
          <a:p>
            <a:pPr marL="228600" lvl="0" indent="-228600">
              <a:spcBef>
                <a:spcPct val="0"/>
              </a:spcBef>
            </a:pPr>
            <a:r>
              <a:rPr lang="en-US" smtClean="0"/>
              <a:t>Click to edit Master text styles</a:t>
            </a:r>
          </a:p>
        </p:txBody>
      </p:sp>
      <p:sp>
        <p:nvSpPr>
          <p:cNvPr id="89" name="TextBox 88">
            <a:extLst>
              <a:ext uri="{FF2B5EF4-FFF2-40B4-BE49-F238E27FC236}">
                <a16:creationId xmlns="" xmlns:a16="http://schemas.microsoft.com/office/drawing/2014/main" id="{829D5438-3BC8-4817-9C86-A9AAA6047492}"/>
              </a:ext>
            </a:extLst>
          </p:cNvPr>
          <p:cNvSpPr txBox="1"/>
          <p:nvPr/>
        </p:nvSpPr>
        <p:spPr>
          <a:xfrm>
            <a:off x="3203494" y="4033186"/>
            <a:ext cx="2435282" cy="2646878"/>
          </a:xfrm>
          <a:prstGeom prst="rect">
            <a:avLst/>
          </a:prstGeom>
          <a:noFill/>
        </p:spPr>
        <p:txBody>
          <a:bodyPr wrap="none" rtlCol="0">
            <a:spAutoFit/>
          </a:bodyPr>
          <a:lstStyle/>
          <a:p>
            <a:pPr algn="ctr"/>
            <a:r>
              <a:rPr lang="en-US" sz="16600" dirty="0">
                <a:solidFill>
                  <a:schemeClr val="tx1"/>
                </a:solidFill>
              </a:rPr>
              <a:t>Aa</a:t>
            </a:r>
          </a:p>
        </p:txBody>
      </p:sp>
      <p:sp>
        <p:nvSpPr>
          <p:cNvPr id="90" name="Text Placeholder 7">
            <a:extLst>
              <a:ext uri="{FF2B5EF4-FFF2-40B4-BE49-F238E27FC236}">
                <a16:creationId xmlns="" xmlns:a16="http://schemas.microsoft.com/office/drawing/2014/main" id="{676EAA04-3941-4EEF-875A-DA2DBBB0CA82}"/>
              </a:ext>
            </a:extLst>
          </p:cNvPr>
          <p:cNvSpPr>
            <a:spLocks noGrp="1"/>
          </p:cNvSpPr>
          <p:nvPr>
            <p:ph type="body" sz="quarter" idx="11" hasCustomPrompt="1"/>
          </p:nvPr>
        </p:nvSpPr>
        <p:spPr>
          <a:xfrm>
            <a:off x="3523318" y="6124727"/>
            <a:ext cx="1795635" cy="564999"/>
          </a:xfrm>
        </p:spPr>
        <p:txBody>
          <a:bodyPr anchor="ctr"/>
          <a:lstStyle>
            <a:lvl1pPr marL="0" indent="0" algn="ctr">
              <a:buNone/>
              <a:defRPr/>
            </a:lvl1pPr>
          </a:lstStyle>
          <a:p>
            <a:pPr lvl="0"/>
            <a:r>
              <a:rPr lang="en-US" dirty="0"/>
              <a:t>Font name</a:t>
            </a:r>
          </a:p>
        </p:txBody>
      </p:sp>
      <p:sp>
        <p:nvSpPr>
          <p:cNvPr id="91" name="TextBox 90">
            <a:extLst>
              <a:ext uri="{FF2B5EF4-FFF2-40B4-BE49-F238E27FC236}">
                <a16:creationId xmlns="" xmlns:a16="http://schemas.microsoft.com/office/drawing/2014/main" id="{59DB07F4-2F4D-4904-9DDA-6D453F791811}"/>
              </a:ext>
            </a:extLst>
          </p:cNvPr>
          <p:cNvSpPr txBox="1"/>
          <p:nvPr/>
        </p:nvSpPr>
        <p:spPr>
          <a:xfrm>
            <a:off x="5468974" y="4033186"/>
            <a:ext cx="2385589" cy="2646878"/>
          </a:xfrm>
          <a:prstGeom prst="rect">
            <a:avLst/>
          </a:prstGeom>
          <a:noFill/>
        </p:spPr>
        <p:txBody>
          <a:bodyPr wrap="none" rtlCol="0">
            <a:spAutoFit/>
          </a:bodyPr>
          <a:lstStyle/>
          <a:p>
            <a:pPr algn="ctr"/>
            <a:r>
              <a:rPr lang="en-US" sz="16600" dirty="0">
                <a:solidFill>
                  <a:schemeClr val="tx1"/>
                </a:solidFill>
                <a:latin typeface="+mj-lt"/>
              </a:rPr>
              <a:t>Aa</a:t>
            </a:r>
          </a:p>
        </p:txBody>
      </p:sp>
      <p:sp>
        <p:nvSpPr>
          <p:cNvPr id="92" name="Text Placeholder 7">
            <a:extLst>
              <a:ext uri="{FF2B5EF4-FFF2-40B4-BE49-F238E27FC236}">
                <a16:creationId xmlns="" xmlns:a16="http://schemas.microsoft.com/office/drawing/2014/main" id="{72303254-B5A5-44B0-8D71-FB4149C10B7E}"/>
              </a:ext>
            </a:extLst>
          </p:cNvPr>
          <p:cNvSpPr>
            <a:spLocks noGrp="1"/>
          </p:cNvSpPr>
          <p:nvPr>
            <p:ph type="body" sz="quarter" idx="12" hasCustomPrompt="1"/>
          </p:nvPr>
        </p:nvSpPr>
        <p:spPr>
          <a:xfrm>
            <a:off x="5763950" y="6124727"/>
            <a:ext cx="1795635" cy="564999"/>
          </a:xfrm>
        </p:spPr>
        <p:txBody>
          <a:bodyPr anchor="ctr"/>
          <a:lstStyle>
            <a:lvl1pPr marL="0" indent="0" algn="ctr">
              <a:buNone/>
              <a:defRPr>
                <a:latin typeface="Calibri Light" panose="020F0302020204030204" pitchFamily="34" charset="0"/>
                <a:cs typeface="Calibri Light" panose="020F0302020204030204" pitchFamily="34" charset="0"/>
              </a:defRPr>
            </a:lvl1pPr>
          </a:lstStyle>
          <a:p>
            <a:pPr lvl="0"/>
            <a:r>
              <a:rPr lang="en-US" dirty="0"/>
              <a:t>Font name</a:t>
            </a:r>
          </a:p>
        </p:txBody>
      </p:sp>
    </p:spTree>
    <p:extLst>
      <p:ext uri="{BB962C8B-B14F-4D97-AF65-F5344CB8AC3E}">
        <p14:creationId xmlns:p14="http://schemas.microsoft.com/office/powerpoint/2010/main" val="3935162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46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5BCAD085-E8A6-8845-BD4E-CB4CCA059FC4}" type="datetimeFigureOut">
              <a:rPr lang="en-US" smtClean="0"/>
              <a:t>15-Feb-25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signed by PresentationGo">
    <p:bg>
      <p:bgPr>
        <a:gradFill>
          <a:gsLst>
            <a:gs pos="0">
              <a:srgbClr val="323A45"/>
            </a:gs>
            <a:gs pos="3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912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D6C7F94-AC2B-4ABA-8168-9102B651ED5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a:extLst>
              <a:ext uri="{FF2B5EF4-FFF2-40B4-BE49-F238E27FC236}">
                <a16:creationId xmlns="" xmlns:a16="http://schemas.microsoft.com/office/drawing/2014/main" id="{C499E8B4-649E-4A8B-B6EE-CC6C44EF5A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a:extLst>
              <a:ext uri="{FF2B5EF4-FFF2-40B4-BE49-F238E27FC236}">
                <a16:creationId xmlns="" xmlns:a16="http://schemas.microsoft.com/office/drawing/2014/main" id="{534133B5-720F-4407-9AAB-3B5E07088D3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15-Feb-25</a:t>
            </a:fld>
            <a:endParaRPr lang="en-US"/>
          </a:p>
        </p:txBody>
      </p:sp>
      <p:sp>
        <p:nvSpPr>
          <p:cNvPr id="5" name="Footer Placeholder 4">
            <a:extLst>
              <a:ext uri="{FF2B5EF4-FFF2-40B4-BE49-F238E27FC236}">
                <a16:creationId xmlns="" xmlns:a16="http://schemas.microsoft.com/office/drawing/2014/main" id="{2091AE36-FE6A-4E21-B178-40F00D0FF50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6154408-120E-4EFA-AC50-C50B6469D22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302769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Lst>
  <p:txStyles>
    <p:titleStyle>
      <a:lvl1pPr algn="l" defTabSz="914400" rtl="0" eaLnBrk="1" latinLnBrk="0" hangingPunct="1">
        <a:lnSpc>
          <a:spcPct val="90000"/>
        </a:lnSpc>
        <a:spcBef>
          <a:spcPct val="0"/>
        </a:spcBef>
        <a:buNone/>
        <a:defRPr sz="4000" b="1" u="sng"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tx1">
              <a:lumMod val="85000"/>
              <a:lumOff val="15000"/>
            </a:schemeClr>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tx1">
              <a:lumMod val="85000"/>
              <a:lumOff val="15000"/>
            </a:schemeClr>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tx1">
              <a:lumMod val="85000"/>
              <a:lumOff val="15000"/>
            </a:schemeClr>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1">
              <a:lumMod val="85000"/>
              <a:lumOff val="15000"/>
            </a:schemeClr>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1">
              <a:lumMod val="85000"/>
              <a:lumOff val="15000"/>
            </a:schemeClr>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323A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4"/>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p>
        </p:txBody>
      </p:sp>
      <p:sp>
        <p:nvSpPr>
          <p:cNvPr id="5" name="Footer Placeholder 4"/>
          <p:cNvSpPr>
            <a:spLocks noGrp="1"/>
          </p:cNvSpPr>
          <p:nvPr>
            <p:ph type="ftr" sz="quarter" idx="3"/>
          </p:nvPr>
        </p:nvSpPr>
        <p:spPr>
          <a:xfrm>
            <a:off x="3028950" y="6356354"/>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p>
        </p:txBody>
      </p:sp>
      <p:sp>
        <p:nvSpPr>
          <p:cNvPr id="6" name="Slide Number Placeholder 5"/>
          <p:cNvSpPr>
            <a:spLocks noGrp="1"/>
          </p:cNvSpPr>
          <p:nvPr>
            <p:ph type="sldNum" sz="quarter" idx="4"/>
          </p:nvPr>
        </p:nvSpPr>
        <p:spPr>
          <a:xfrm>
            <a:off x="6457950" y="635635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t>‹#›</a:t>
            </a:fld>
            <a:endParaRPr lang="en-US"/>
          </a:p>
        </p:txBody>
      </p:sp>
    </p:spTree>
    <p:extLst>
      <p:ext uri="{BB962C8B-B14F-4D97-AF65-F5344CB8AC3E}">
        <p14:creationId xmlns:p14="http://schemas.microsoft.com/office/powerpoint/2010/main" val="2005616584"/>
      </p:ext>
    </p:extLst>
  </p:cSld>
  <p:clrMap bg1="lt1" tx1="dk1" bg2="lt2" tx2="dk2" accent1="accent1" accent2="accent2" accent3="accent3" accent4="accent4" accent5="accent5" accent6="accent6" hlink="hlink" folHlink="folHlink"/>
  <p:sldLayoutIdLst>
    <p:sldLayoutId id="2147483707"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Final Project\1617812369logo_banner.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6183" y="22225"/>
            <a:ext cx="4537816" cy="171088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E:\Final Project\imag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6183" y="2413329"/>
            <a:ext cx="4537817" cy="18928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Final Project\pragyan_ai_school_cover (1).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6180" y="5039832"/>
            <a:ext cx="4537817" cy="1786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753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Intro</a:t>
            </a:r>
          </a:p>
        </p:txBody>
      </p:sp>
      <p:sp>
        <p:nvSpPr>
          <p:cNvPr id="3" name="Content Placeholder 2"/>
          <p:cNvSpPr>
            <a:spLocks noGrp="1"/>
          </p:cNvSpPr>
          <p:nvPr>
            <p:ph idx="1"/>
          </p:nvPr>
        </p:nvSpPr>
        <p:spPr>
          <a:xfrm>
            <a:off x="628650" y="1825625"/>
            <a:ext cx="7763320" cy="4351338"/>
          </a:xfrm>
        </p:spPr>
        <p:txBody>
          <a:bodyPr>
            <a:normAutofit/>
          </a:bodyPr>
          <a:lstStyle/>
          <a:p>
            <a:r>
              <a:rPr lang="en-US" sz="1800" dirty="0" err="1"/>
              <a:t>Muhammed</a:t>
            </a:r>
            <a:r>
              <a:rPr lang="en-US" sz="1800" dirty="0"/>
              <a:t> Sulficker C</a:t>
            </a:r>
          </a:p>
          <a:p>
            <a:pPr marL="0" indent="0">
              <a:buNone/>
            </a:pPr>
            <a:r>
              <a:rPr lang="en-US" sz="1800" dirty="0"/>
              <a:t>Completed BCA in 2021, Pursuing Master's Certificate program in Artificial Intelligence, </a:t>
            </a:r>
            <a:r>
              <a:rPr lang="en-US" sz="1800" dirty="0" err="1"/>
              <a:t>Sree</a:t>
            </a:r>
            <a:r>
              <a:rPr lang="en-US" sz="1800" dirty="0"/>
              <a:t> </a:t>
            </a:r>
            <a:r>
              <a:rPr lang="en-US" sz="1800" dirty="0" err="1"/>
              <a:t>Shankaracharya</a:t>
            </a:r>
            <a:r>
              <a:rPr lang="en-US" sz="1800" dirty="0"/>
              <a:t> Computer Centre and </a:t>
            </a:r>
            <a:r>
              <a:rPr lang="en-US" sz="1800" dirty="0" err="1"/>
              <a:t>Pragyan</a:t>
            </a:r>
            <a:r>
              <a:rPr lang="en-US" sz="1800" dirty="0"/>
              <a:t> AI</a:t>
            </a:r>
          </a:p>
          <a:p>
            <a:r>
              <a:rPr lang="en-US" sz="1800" b="1" dirty="0" smtClean="0"/>
              <a:t>LinkedIn :</a:t>
            </a:r>
          </a:p>
          <a:p>
            <a:r>
              <a:rPr lang="en-US" sz="1800" b="1" dirty="0" err="1"/>
              <a:t>Git</a:t>
            </a:r>
            <a:r>
              <a:rPr lang="en-US" sz="1800" b="1" dirty="0"/>
              <a:t> </a:t>
            </a:r>
            <a:r>
              <a:rPr lang="en-US" sz="1800" b="1" dirty="0" smtClean="0"/>
              <a:t>hub :</a:t>
            </a:r>
            <a:endParaRPr lang="en-US" sz="1800" dirty="0"/>
          </a:p>
        </p:txBody>
      </p:sp>
    </p:spTree>
    <p:extLst>
      <p:ext uri="{BB962C8B-B14F-4D97-AF65-F5344CB8AC3E}">
        <p14:creationId xmlns:p14="http://schemas.microsoft.com/office/powerpoint/2010/main" val="4148331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Diabetes Prediction using Random Forest</a:t>
            </a:r>
          </a:p>
        </p:txBody>
      </p:sp>
      <p:sp>
        <p:nvSpPr>
          <p:cNvPr id="3" name="Content Placeholder 2"/>
          <p:cNvSpPr>
            <a:spLocks noGrp="1"/>
          </p:cNvSpPr>
          <p:nvPr>
            <p:ph idx="1"/>
          </p:nvPr>
        </p:nvSpPr>
        <p:spPr/>
        <p:txBody>
          <a:bodyPr>
            <a:normAutofit/>
          </a:bodyPr>
          <a:lstStyle/>
          <a:p>
            <a:r>
              <a:rPr lang="en-US" sz="2000" b="1" dirty="0"/>
              <a:t>Title:</a:t>
            </a:r>
            <a:r>
              <a:rPr lang="en-US" sz="2000" dirty="0"/>
              <a:t> Diabetes Prediction using Random Forest</a:t>
            </a:r>
          </a:p>
          <a:p>
            <a:r>
              <a:rPr lang="en-US" sz="2000" b="1" dirty="0"/>
              <a:t>Subtitle:</a:t>
            </a:r>
            <a:r>
              <a:rPr lang="en-US" sz="2000" dirty="0"/>
              <a:t> Exploring and predicting diabetes using machine learning techniques, focusing on Exploratory Data Analysis (EDA) and Random Forest classification.</a:t>
            </a:r>
          </a:p>
          <a:p>
            <a:r>
              <a:rPr lang="en-US" sz="2000" b="1" smtClean="0"/>
              <a:t>Explanation</a:t>
            </a:r>
            <a:r>
              <a:rPr lang="en-US" sz="2000" b="1" dirty="0"/>
              <a:t>:</a:t>
            </a:r>
            <a:r>
              <a:rPr lang="en-US" sz="2000" dirty="0"/>
              <a:t> This slide introduces the topic and sets the context for the presentation. It highlights the use of machine learning techniques, specifically Random Forest, for diabetes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Autofit/>
          </a:bodyPr>
          <a:lstStyle/>
          <a:p>
            <a:r>
              <a:rPr lang="en-US" sz="2000" b="1" dirty="0"/>
              <a:t>Objective:</a:t>
            </a:r>
            <a:r>
              <a:rPr lang="en-US" sz="2000" dirty="0"/>
              <a:t> Predict whether a patient has diabetes based on clinical features.</a:t>
            </a:r>
          </a:p>
          <a:p>
            <a:r>
              <a:rPr lang="en-US" sz="2000" b="1" dirty="0"/>
              <a:t>Approach:</a:t>
            </a:r>
            <a:r>
              <a:rPr lang="en-US" sz="2000" dirty="0"/>
              <a:t> Use EDA for insights, followed by Random Forest classification with </a:t>
            </a:r>
            <a:r>
              <a:rPr lang="en-US" sz="2000" dirty="0" smtClean="0"/>
              <a:t>hyper parameter </a:t>
            </a:r>
            <a:r>
              <a:rPr lang="en-US" sz="2000" dirty="0"/>
              <a:t>tuning.</a:t>
            </a:r>
          </a:p>
          <a:p>
            <a:r>
              <a:rPr lang="en-US" sz="2000" b="1" dirty="0"/>
              <a:t>Explanation:</a:t>
            </a:r>
            <a:r>
              <a:rPr lang="en-US" sz="2000" dirty="0"/>
              <a:t> The introduction outlines the goal of the project, which is to predict diabetes based on clinical features. The approach involves using EDA to gain insights into the data and applying Random Forest classification with </a:t>
            </a:r>
            <a:r>
              <a:rPr lang="en-US" sz="2000" dirty="0" smtClean="0"/>
              <a:t>hyper parameter </a:t>
            </a:r>
            <a:r>
              <a:rPr lang="en-US" sz="2000" dirty="0"/>
              <a:t>tuning.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Dataset Overview</a:t>
            </a:r>
          </a:p>
        </p:txBody>
      </p:sp>
      <p:sp>
        <p:nvSpPr>
          <p:cNvPr id="3" name="Content Placeholder 2"/>
          <p:cNvSpPr>
            <a:spLocks noGrp="1"/>
          </p:cNvSpPr>
          <p:nvPr>
            <p:ph idx="1"/>
          </p:nvPr>
        </p:nvSpPr>
        <p:spPr/>
        <p:txBody>
          <a:bodyPr>
            <a:noAutofit/>
          </a:bodyPr>
          <a:lstStyle/>
          <a:p>
            <a:r>
              <a:rPr lang="en-US" sz="1200" b="1" dirty="0" smtClean="0"/>
              <a:t>Features </a:t>
            </a:r>
            <a:r>
              <a:rPr lang="en-US" sz="1200" b="1" dirty="0"/>
              <a:t>Used:</a:t>
            </a:r>
            <a:endParaRPr lang="en-US" sz="1200" dirty="0"/>
          </a:p>
          <a:p>
            <a:pPr lvl="1"/>
            <a:r>
              <a:rPr lang="en-US" sz="1100" dirty="0"/>
              <a:t>Pregnancies</a:t>
            </a:r>
          </a:p>
          <a:p>
            <a:pPr lvl="1"/>
            <a:r>
              <a:rPr lang="en-US" sz="1100" dirty="0"/>
              <a:t>Glucose Level</a:t>
            </a:r>
          </a:p>
          <a:p>
            <a:pPr lvl="1"/>
            <a:r>
              <a:rPr lang="en-US" sz="1100" dirty="0"/>
              <a:t>Blood Pressure</a:t>
            </a:r>
          </a:p>
          <a:p>
            <a:pPr lvl="1"/>
            <a:r>
              <a:rPr lang="en-US" sz="1100" dirty="0"/>
              <a:t>Skin Thickness</a:t>
            </a:r>
          </a:p>
          <a:p>
            <a:pPr lvl="1"/>
            <a:r>
              <a:rPr lang="en-US" sz="1100" dirty="0"/>
              <a:t>Insulin Level</a:t>
            </a:r>
          </a:p>
          <a:p>
            <a:pPr lvl="1"/>
            <a:r>
              <a:rPr lang="en-US" sz="1100" dirty="0"/>
              <a:t>BMI</a:t>
            </a:r>
          </a:p>
          <a:p>
            <a:pPr lvl="1"/>
            <a:r>
              <a:rPr lang="en-US" sz="1100" dirty="0"/>
              <a:t>Diabetes Pedigree Function</a:t>
            </a:r>
          </a:p>
          <a:p>
            <a:pPr lvl="1"/>
            <a:r>
              <a:rPr lang="en-US" sz="1100" dirty="0"/>
              <a:t>Age</a:t>
            </a:r>
          </a:p>
          <a:p>
            <a:pPr lvl="1"/>
            <a:r>
              <a:rPr lang="en-US" sz="1100" dirty="0"/>
              <a:t>Outcome (Diabetes status: 1 = Yes, 0 = No)</a:t>
            </a:r>
          </a:p>
          <a:p>
            <a:r>
              <a:rPr lang="en-US" sz="1200" b="1" dirty="0"/>
              <a:t>Explanation:</a:t>
            </a:r>
            <a:r>
              <a:rPr lang="en-US" sz="1200" dirty="0"/>
              <a:t> This slide describes the dataset used for the analysis. The key features include clinical attributes such as glucose level, BMI, and age, which are crucial for predicting diabetes.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p:txBody>
          <a:bodyPr>
            <a:normAutofit fontScale="70000" lnSpcReduction="20000"/>
          </a:bodyPr>
          <a:lstStyle/>
          <a:p>
            <a:r>
              <a:rPr lang="en-US" b="1" dirty="0"/>
              <a:t>Handling Missing Values:</a:t>
            </a:r>
            <a:endParaRPr lang="en-US" dirty="0"/>
          </a:p>
          <a:p>
            <a:pPr lvl="1"/>
            <a:r>
              <a:rPr lang="en-US" dirty="0"/>
              <a:t>Identified and replaced missing values in Glucose, Blood Pressure, Skin Thickness, Insulin, and BMI.</a:t>
            </a:r>
          </a:p>
          <a:p>
            <a:r>
              <a:rPr lang="en-US" b="1" dirty="0"/>
              <a:t>Feature Scaling:</a:t>
            </a:r>
            <a:endParaRPr lang="en-US" dirty="0"/>
          </a:p>
          <a:p>
            <a:pPr lvl="1"/>
            <a:r>
              <a:rPr lang="en-US" dirty="0"/>
              <a:t>Used Min-Max Scaling to normalize numerical features.</a:t>
            </a:r>
          </a:p>
          <a:p>
            <a:r>
              <a:rPr lang="en-US" b="1" dirty="0"/>
              <a:t>Data Splitting:</a:t>
            </a:r>
            <a:endParaRPr lang="en-US" dirty="0"/>
          </a:p>
          <a:p>
            <a:pPr lvl="1"/>
            <a:r>
              <a:rPr lang="en-US" dirty="0"/>
              <a:t>80% Training, 20% Testing.</a:t>
            </a:r>
          </a:p>
          <a:p>
            <a:r>
              <a:rPr lang="en-US" b="1" dirty="0"/>
              <a:t>Explanation:</a:t>
            </a:r>
            <a:r>
              <a:rPr lang="en-US" dirty="0"/>
              <a:t> Data preprocessing is a critical step in any data analysis project. This slide explains how missing values were handled, how features were scaled, and how the data was split into training and testing sets.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 (EDA)</a:t>
            </a:r>
          </a:p>
        </p:txBody>
      </p:sp>
      <p:sp>
        <p:nvSpPr>
          <p:cNvPr id="3" name="Content Placeholder 2"/>
          <p:cNvSpPr>
            <a:spLocks noGrp="1"/>
          </p:cNvSpPr>
          <p:nvPr>
            <p:ph idx="1"/>
          </p:nvPr>
        </p:nvSpPr>
        <p:spPr/>
        <p:txBody>
          <a:bodyPr>
            <a:noAutofit/>
          </a:bodyPr>
          <a:lstStyle/>
          <a:p>
            <a:r>
              <a:rPr lang="en-US" sz="2000" b="1" dirty="0"/>
              <a:t>Insights from EDA:</a:t>
            </a:r>
            <a:endParaRPr lang="en-US" sz="2000" dirty="0"/>
          </a:p>
          <a:p>
            <a:pPr lvl="1"/>
            <a:r>
              <a:rPr lang="en-US" sz="2000" dirty="0"/>
              <a:t>Distribution of Glucose and BMI levels.</a:t>
            </a:r>
          </a:p>
          <a:p>
            <a:pPr lvl="1"/>
            <a:r>
              <a:rPr lang="en-US" sz="2000" dirty="0"/>
              <a:t>Correlation matrix showing relationships between features.</a:t>
            </a:r>
          </a:p>
          <a:p>
            <a:pPr lvl="1"/>
            <a:r>
              <a:rPr lang="en-US" sz="2000" dirty="0"/>
              <a:t>Boxplots detecting outliers in certain attributes.</a:t>
            </a:r>
          </a:p>
          <a:p>
            <a:r>
              <a:rPr lang="en-US" sz="2000" b="1" dirty="0"/>
              <a:t>Explanation:</a:t>
            </a:r>
            <a:r>
              <a:rPr lang="en-US" sz="2000" dirty="0"/>
              <a:t> EDA helps in understanding the data before applying any models. This slide highlights key insights from the EDA, such as the distribution of glucose and BMI levels, the correlation between features, and the detection of outliers.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Random Forest Model</a:t>
            </a:r>
          </a:p>
        </p:txBody>
      </p:sp>
      <p:sp>
        <p:nvSpPr>
          <p:cNvPr id="3" name="Content Placeholder 2"/>
          <p:cNvSpPr>
            <a:spLocks noGrp="1"/>
          </p:cNvSpPr>
          <p:nvPr>
            <p:ph idx="1"/>
          </p:nvPr>
        </p:nvSpPr>
        <p:spPr/>
        <p:txBody>
          <a:bodyPr>
            <a:noAutofit/>
          </a:bodyPr>
          <a:lstStyle/>
          <a:p>
            <a:r>
              <a:rPr lang="en-US" sz="2000" b="1" dirty="0"/>
              <a:t>Model Selection:</a:t>
            </a:r>
            <a:endParaRPr lang="en-US" sz="2000" dirty="0"/>
          </a:p>
          <a:p>
            <a:pPr lvl="1"/>
            <a:r>
              <a:rPr lang="en-US" sz="2000" dirty="0"/>
              <a:t>Chose Random Forest due to its robustness and feature importance analysis.</a:t>
            </a:r>
          </a:p>
          <a:p>
            <a:r>
              <a:rPr lang="en-US" sz="2000" b="1" dirty="0" err="1"/>
              <a:t>Hyperparameter</a:t>
            </a:r>
            <a:r>
              <a:rPr lang="en-US" sz="2000" b="1" dirty="0"/>
              <a:t> Tuning:</a:t>
            </a:r>
            <a:endParaRPr lang="en-US" sz="2000" dirty="0"/>
          </a:p>
          <a:p>
            <a:pPr lvl="1"/>
            <a:r>
              <a:rPr lang="en-US" sz="2000" dirty="0"/>
              <a:t>Used </a:t>
            </a:r>
            <a:r>
              <a:rPr lang="en-US" sz="2000" dirty="0" err="1"/>
              <a:t>GridSearchCV</a:t>
            </a:r>
            <a:r>
              <a:rPr lang="en-US" sz="2000" dirty="0"/>
              <a:t> to optimize parameters like the number of trees and maximum depth.</a:t>
            </a:r>
          </a:p>
          <a:p>
            <a:r>
              <a:rPr lang="en-US" sz="2000" b="1" dirty="0"/>
              <a:t>Explanation:</a:t>
            </a:r>
            <a:r>
              <a:rPr lang="en-US" sz="2000" dirty="0"/>
              <a:t> This slide discusses the Random Forest model used in the analysis. Random Forest was chosen for its robustness and ability to provide feature importance scores. </a:t>
            </a:r>
            <a:r>
              <a:rPr lang="en-US" sz="2000" dirty="0" err="1"/>
              <a:t>Hyperparameter</a:t>
            </a:r>
            <a:r>
              <a:rPr lang="en-US" sz="2000" dirty="0"/>
              <a:t> tuning was performed using </a:t>
            </a:r>
            <a:r>
              <a:rPr lang="en-US" sz="2000" dirty="0" err="1"/>
              <a:t>GridSearchCV</a:t>
            </a:r>
            <a:r>
              <a:rPr lang="en-US" sz="2000" dirty="0"/>
              <a:t> to optimize the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Evaluation</a:t>
            </a:r>
          </a:p>
        </p:txBody>
      </p:sp>
      <p:sp>
        <p:nvSpPr>
          <p:cNvPr id="3" name="Content Placeholder 2"/>
          <p:cNvSpPr>
            <a:spLocks noGrp="1"/>
          </p:cNvSpPr>
          <p:nvPr>
            <p:ph idx="1"/>
          </p:nvPr>
        </p:nvSpPr>
        <p:spPr/>
        <p:txBody>
          <a:bodyPr>
            <a:noAutofit/>
          </a:bodyPr>
          <a:lstStyle/>
          <a:p>
            <a:r>
              <a:rPr lang="en-US" sz="1600" b="1" dirty="0"/>
              <a:t>Metrics Used:</a:t>
            </a:r>
            <a:endParaRPr lang="en-US" sz="1600" dirty="0"/>
          </a:p>
          <a:p>
            <a:pPr lvl="1"/>
            <a:r>
              <a:rPr lang="en-US" sz="1600" dirty="0"/>
              <a:t>Accuracy</a:t>
            </a:r>
          </a:p>
          <a:p>
            <a:pPr lvl="1"/>
            <a:r>
              <a:rPr lang="en-US" sz="1600" dirty="0"/>
              <a:t>Precision</a:t>
            </a:r>
          </a:p>
          <a:p>
            <a:pPr lvl="1"/>
            <a:r>
              <a:rPr lang="en-US" sz="1600" dirty="0"/>
              <a:t>Recall</a:t>
            </a:r>
          </a:p>
          <a:p>
            <a:pPr lvl="1"/>
            <a:r>
              <a:rPr lang="en-US" sz="1600" dirty="0"/>
              <a:t>F1-Score</a:t>
            </a:r>
          </a:p>
          <a:p>
            <a:r>
              <a:rPr lang="en-US" sz="1600" b="1" dirty="0"/>
              <a:t>Confusion Matrix:</a:t>
            </a:r>
            <a:endParaRPr lang="en-US" sz="1600" dirty="0"/>
          </a:p>
          <a:p>
            <a:pPr lvl="1"/>
            <a:r>
              <a:rPr lang="en-US" sz="1600" dirty="0"/>
              <a:t>Displaying the classification results with True Positives, False Positives, etc.</a:t>
            </a:r>
          </a:p>
          <a:p>
            <a:r>
              <a:rPr lang="en-US" sz="1600" b="1" dirty="0"/>
              <a:t>Explanation:</a:t>
            </a:r>
            <a:r>
              <a:rPr lang="en-US" sz="1600" dirty="0"/>
              <a:t> This slide presents the evaluation metrics used to assess the performance of the Random Forest model. Metrics such as accuracy, precision, recall, and F1-score are discussed, along with the confusion matrix.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Importance</a:t>
            </a:r>
          </a:p>
        </p:txBody>
      </p:sp>
      <p:sp>
        <p:nvSpPr>
          <p:cNvPr id="3" name="Content Placeholder 2"/>
          <p:cNvSpPr>
            <a:spLocks noGrp="1"/>
          </p:cNvSpPr>
          <p:nvPr>
            <p:ph idx="1"/>
          </p:nvPr>
        </p:nvSpPr>
        <p:spPr/>
        <p:txBody>
          <a:bodyPr>
            <a:noAutofit/>
          </a:bodyPr>
          <a:lstStyle/>
          <a:p>
            <a:r>
              <a:rPr lang="en-US" sz="1800" b="1" dirty="0"/>
              <a:t>Top Features Influencing Diabetes Prediction:</a:t>
            </a:r>
            <a:endParaRPr lang="en-US" sz="1800" dirty="0"/>
          </a:p>
          <a:p>
            <a:pPr lvl="1"/>
            <a:r>
              <a:rPr lang="en-US" sz="1800" dirty="0"/>
              <a:t>Glucose Level</a:t>
            </a:r>
          </a:p>
          <a:p>
            <a:pPr lvl="1"/>
            <a:r>
              <a:rPr lang="en-US" sz="1800" dirty="0"/>
              <a:t>BMI</a:t>
            </a:r>
          </a:p>
          <a:p>
            <a:pPr lvl="1"/>
            <a:r>
              <a:rPr lang="en-US" sz="1800" dirty="0"/>
              <a:t>Age</a:t>
            </a:r>
          </a:p>
          <a:p>
            <a:pPr lvl="1"/>
            <a:r>
              <a:rPr lang="en-US" sz="1800" dirty="0"/>
              <a:t>Diabetes Pedigree Function</a:t>
            </a:r>
          </a:p>
          <a:p>
            <a:r>
              <a:rPr lang="en-US" sz="1800" b="1" dirty="0"/>
              <a:t>Random Forest provides feature importance scores to understand key predictors.</a:t>
            </a:r>
            <a:endParaRPr lang="en-US" sz="1800" dirty="0"/>
          </a:p>
          <a:p>
            <a:r>
              <a:rPr lang="en-US" sz="1800" b="1" dirty="0"/>
              <a:t>Explanation:</a:t>
            </a:r>
            <a:r>
              <a:rPr lang="en-US" sz="1800" dirty="0"/>
              <a:t> This slide highlights the top features that influence diabetes prediction, as determined by the Random Forest model. Glucose level, BMI, age, and diabetes pedigree function are identified as key predictors.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and Insights</a:t>
            </a:r>
          </a:p>
        </p:txBody>
      </p:sp>
      <p:sp>
        <p:nvSpPr>
          <p:cNvPr id="3" name="Content Placeholder 2"/>
          <p:cNvSpPr>
            <a:spLocks noGrp="1"/>
          </p:cNvSpPr>
          <p:nvPr>
            <p:ph idx="1"/>
          </p:nvPr>
        </p:nvSpPr>
        <p:spPr/>
        <p:txBody>
          <a:bodyPr>
            <a:normAutofit/>
          </a:bodyPr>
          <a:lstStyle/>
          <a:p>
            <a:r>
              <a:rPr lang="en-US" sz="2000" b="1" dirty="0"/>
              <a:t>Key Findings:</a:t>
            </a:r>
            <a:endParaRPr lang="en-US" sz="2000" dirty="0"/>
          </a:p>
          <a:p>
            <a:pPr lvl="1"/>
            <a:r>
              <a:rPr lang="en-US" sz="2000" dirty="0"/>
              <a:t>Higher glucose levels strongly indicate diabetes.</a:t>
            </a:r>
          </a:p>
          <a:p>
            <a:pPr lvl="1"/>
            <a:r>
              <a:rPr lang="en-US" sz="2000" dirty="0"/>
              <a:t>BMI and age also play significant roles.</a:t>
            </a:r>
          </a:p>
          <a:p>
            <a:pPr lvl="1"/>
            <a:r>
              <a:rPr lang="en-US" sz="2000" dirty="0"/>
              <a:t>The model achieved high accuracy with optimal </a:t>
            </a:r>
            <a:r>
              <a:rPr lang="en-US" sz="2000" dirty="0" err="1"/>
              <a:t>hyperparameters</a:t>
            </a:r>
            <a:r>
              <a:rPr lang="en-US" sz="2000" dirty="0"/>
              <a:t>.</a:t>
            </a:r>
          </a:p>
          <a:p>
            <a:r>
              <a:rPr lang="en-US" sz="2000" b="1" dirty="0"/>
              <a:t>Explanation:</a:t>
            </a:r>
            <a:r>
              <a:rPr lang="en-US" sz="2000" dirty="0"/>
              <a:t> This slide presents the key findings from the analysis. Higher glucose levels, BMI, and age are identified as significant predictors of diabetes. The model achieved high accuracy with optimal </a:t>
            </a:r>
            <a:r>
              <a:rPr lang="en-US" sz="2000" dirty="0" err="1"/>
              <a:t>hyperparameters</a:t>
            </a:r>
            <a:r>
              <a:rPr lang="en-US" sz="20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Autofit/>
          </a:bodyPr>
          <a:lstStyle/>
          <a:p>
            <a:r>
              <a:rPr lang="en-US" sz="1400" b="1" dirty="0"/>
              <a:t>Summary:</a:t>
            </a:r>
            <a:endParaRPr lang="en-US" sz="1400" dirty="0"/>
          </a:p>
          <a:p>
            <a:pPr lvl="1"/>
            <a:r>
              <a:rPr lang="en-US" sz="1400" dirty="0"/>
              <a:t>Successfully predicted diabetes using Random Forest.</a:t>
            </a:r>
          </a:p>
          <a:p>
            <a:pPr lvl="1"/>
            <a:r>
              <a:rPr lang="en-US" sz="1400" dirty="0"/>
              <a:t>EDA revealed key trends in the dataset.</a:t>
            </a:r>
          </a:p>
          <a:p>
            <a:pPr lvl="1"/>
            <a:r>
              <a:rPr lang="en-US" sz="1400" dirty="0"/>
              <a:t>Feature importance analysis helped in understanding key predictors.</a:t>
            </a:r>
          </a:p>
          <a:p>
            <a:r>
              <a:rPr lang="en-US" sz="1400" b="1" dirty="0"/>
              <a:t>Future Work:</a:t>
            </a:r>
            <a:endParaRPr lang="en-US" sz="1400" dirty="0"/>
          </a:p>
          <a:p>
            <a:pPr lvl="1"/>
            <a:r>
              <a:rPr lang="en-US" sz="1400" dirty="0"/>
              <a:t>Test with other classifiers like </a:t>
            </a:r>
            <a:r>
              <a:rPr lang="en-US" sz="1400" dirty="0" err="1"/>
              <a:t>XGBoost</a:t>
            </a:r>
            <a:r>
              <a:rPr lang="en-US" sz="1400" dirty="0"/>
              <a:t> and Neural Networks.</a:t>
            </a:r>
          </a:p>
          <a:p>
            <a:pPr lvl="1"/>
            <a:r>
              <a:rPr lang="en-US" sz="1400" dirty="0"/>
              <a:t>Use additional clinical features for better accuracy.</a:t>
            </a:r>
          </a:p>
          <a:p>
            <a:r>
              <a:rPr lang="en-US" sz="1400" b="1" dirty="0"/>
              <a:t>Explanation:</a:t>
            </a:r>
            <a:r>
              <a:rPr lang="en-US" sz="1400" dirty="0"/>
              <a:t> The conclusion summarizes the findings, emphasizing the successful prediction of diabetes using Random Forest. Future work could involve testing other classifiers and incorporating additional clinical features.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Content Placeholder 2"/>
          <p:cNvSpPr>
            <a:spLocks noGrp="1"/>
          </p:cNvSpPr>
          <p:nvPr>
            <p:ph idx="1"/>
          </p:nvPr>
        </p:nvSpPr>
        <p:spPr>
          <a:xfrm>
            <a:off x="2228850" y="1535068"/>
            <a:ext cx="6286500" cy="4351338"/>
          </a:xfrm>
        </p:spPr>
        <p:txBody>
          <a:bodyPr>
            <a:normAutofit/>
          </a:bodyPr>
          <a:lstStyle/>
          <a:p>
            <a:r>
              <a:rPr lang="en-US" sz="2000" b="1" dirty="0"/>
              <a:t>Libraries Used:</a:t>
            </a:r>
            <a:endParaRPr lang="en-US" sz="2000" dirty="0"/>
          </a:p>
          <a:p>
            <a:pPr lvl="1"/>
            <a:r>
              <a:rPr lang="en-US" sz="2000" dirty="0"/>
              <a:t>Pandas</a:t>
            </a:r>
          </a:p>
          <a:p>
            <a:pPr lvl="1"/>
            <a:r>
              <a:rPr lang="en-US" sz="2000" dirty="0" err="1"/>
              <a:t>Seaborn</a:t>
            </a:r>
            <a:endParaRPr lang="en-US" sz="2000" dirty="0"/>
          </a:p>
          <a:p>
            <a:pPr lvl="1"/>
            <a:r>
              <a:rPr lang="en-US" sz="2000" dirty="0" err="1"/>
              <a:t>Scikit</a:t>
            </a:r>
            <a:r>
              <a:rPr lang="en-US" sz="2000" dirty="0"/>
              <a:t>-learn</a:t>
            </a:r>
          </a:p>
          <a:p>
            <a:pPr lvl="1"/>
            <a:r>
              <a:rPr lang="en-US" sz="2000" dirty="0" err="1"/>
              <a:t>Matplotlib</a:t>
            </a:r>
            <a:endParaRPr lang="en-US" sz="2000" dirty="0"/>
          </a:p>
          <a:p>
            <a:pPr lvl="1"/>
            <a:r>
              <a:rPr lang="en-US" sz="2000" dirty="0" err="1"/>
              <a:t>NumPy</a:t>
            </a:r>
            <a:endParaRPr lang="en-US" sz="2000" dirty="0"/>
          </a:p>
          <a:p>
            <a:r>
              <a:rPr lang="en-US" sz="2000" b="1" dirty="0"/>
              <a:t>Explanation:</a:t>
            </a:r>
            <a:r>
              <a:rPr lang="en-US" sz="2000" dirty="0"/>
              <a:t> This slide lists the libraries used in the analysis, including Pandas for data manipulation, </a:t>
            </a:r>
            <a:r>
              <a:rPr lang="en-US" sz="2000" dirty="0" err="1"/>
              <a:t>Seaborn</a:t>
            </a:r>
            <a:r>
              <a:rPr lang="en-US" sz="2000" dirty="0"/>
              <a:t> and </a:t>
            </a:r>
            <a:r>
              <a:rPr lang="en-US" sz="2000" dirty="0" err="1"/>
              <a:t>Matplotlib</a:t>
            </a:r>
            <a:r>
              <a:rPr lang="en-US" sz="2000" dirty="0"/>
              <a:t> for visualization, and </a:t>
            </a:r>
            <a:r>
              <a:rPr lang="en-US" sz="2000" dirty="0" err="1"/>
              <a:t>Scikit</a:t>
            </a:r>
            <a:r>
              <a:rPr lang="en-US" sz="2000" dirty="0"/>
              <a:t>-learn for implementing machine learning algorithms.</a:t>
            </a:r>
          </a:p>
        </p:txBody>
      </p:sp>
    </p:spTree>
  </p:cSld>
  <p:clrMapOvr>
    <a:masterClrMapping/>
  </p:clrMapOvr>
</p:sld>
</file>

<file path=ppt/theme/theme1.xml><?xml version="1.0" encoding="utf-8"?>
<a:theme xmlns:a="http://schemas.openxmlformats.org/drawingml/2006/main" name="PresentationGO">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0254_T_PGO_Blue-Gradient-Corners-16x9.pptx" id="{F5BE4C12-D258-414E-929E-3EBCD01EA4CC}" vid="{4380003F-41B4-4FC8-A5A7-1A8E4B86A16C}"/>
    </a:ext>
  </a:extLst>
</a:theme>
</file>

<file path=ppt/theme/theme2.xml><?xml version="1.0" encoding="utf-8"?>
<a:theme xmlns:a="http://schemas.openxmlformats.org/drawingml/2006/main" name="Designed by PresentationG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0254_T_PGO_Blue-Gradient-Corners-16x9.pptx" id="{F5BE4C12-D258-414E-929E-3EBCD01EA4CC}" vid="{369F5CC6-B7F9-4427-B12A-6AF238432F9E}"/>
    </a:ext>
  </a:extLst>
</a:theme>
</file>

<file path=docProps/app.xml><?xml version="1.0" encoding="utf-8"?>
<Properties xmlns="http://schemas.openxmlformats.org/officeDocument/2006/extended-properties" xmlns:vt="http://schemas.openxmlformats.org/officeDocument/2006/docPropsVTypes">
  <Template>0254_T_PGO_Blue-Gradient-Corners-16x9</Template>
  <TotalTime>18</TotalTime>
  <Words>341</Words>
  <Application>Microsoft Office PowerPoint</Application>
  <PresentationFormat>On-screen Show (4:3)</PresentationFormat>
  <Paragraphs>85</Paragraphs>
  <Slides>13</Slides>
  <Notes>0</Notes>
  <HiddenSlides>0</HiddenSlides>
  <MMClips>0</MMClip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PresentationGO</vt:lpstr>
      <vt:lpstr>Designed by PresentationGO</vt:lpstr>
      <vt:lpstr>PowerPoint Presentation</vt:lpstr>
      <vt:lpstr>Self Intro</vt:lpstr>
      <vt:lpstr>Diabetes Prediction using Random Forest</vt:lpstr>
      <vt:lpstr>Introduction</vt:lpstr>
      <vt:lpstr>Dataset Overview</vt:lpstr>
      <vt:lpstr>Data Preprocessing</vt:lpstr>
      <vt:lpstr>Exploratory Data Analysis (EDA)</vt:lpstr>
      <vt:lpstr>Random Forest Model</vt:lpstr>
      <vt:lpstr>Model Evaluation</vt:lpstr>
      <vt:lpstr>Feature Importance</vt:lpstr>
      <vt:lpstr>Results and Insights</vt:lpstr>
      <vt:lpstr>Conclusion</vt:lpstr>
      <vt:lpstr>References</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Prediction using Random Forest</dc:title>
  <dc:subject/>
  <dc:creator/>
  <cp:keywords/>
  <dc:description>generated using python-pptx</dc:description>
  <cp:lastModifiedBy>sulficker c</cp:lastModifiedBy>
  <cp:revision>9</cp:revision>
  <dcterms:created xsi:type="dcterms:W3CDTF">2013-01-27T09:14:16Z</dcterms:created>
  <dcterms:modified xsi:type="dcterms:W3CDTF">2025-02-15T06:51:20Z</dcterms:modified>
  <cp:category/>
</cp:coreProperties>
</file>