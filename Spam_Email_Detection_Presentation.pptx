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69" r:id="rId2"/>
  </p:sldMasterIdLst>
  <p:sldIdLst>
    <p:sldId id="268" r:id="rId3"/>
    <p:sldId id="269" r:id="rId4"/>
    <p:sldId id="256" r:id="rId5"/>
    <p:sldId id="257" r:id="rId6"/>
    <p:sldId id="258" r:id="rId7"/>
    <p:sldId id="259" r:id="rId8"/>
    <p:sldId id="260" r:id="rId9"/>
    <p:sldId id="261" r:id="rId10"/>
    <p:sldId id="262" r:id="rId11"/>
    <p:sldId id="263" r:id="rId12"/>
    <p:sldId id="264" r:id="rId13"/>
    <p:sldId id="265" r:id="rId14"/>
    <p:sldId id="267"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70" d="100"/>
          <a:sy n="70" d="100"/>
        </p:scale>
        <p:origin x="-1810" y="-34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p:spTree>
      <p:nvGrpSpPr>
        <p:cNvPr id="1" name=""/>
        <p:cNvGrpSpPr/>
        <p:nvPr/>
      </p:nvGrpSpPr>
      <p:grpSpPr>
        <a:xfrm>
          <a:off x="0" y="0"/>
          <a:ext cx="0" cy="0"/>
          <a:chOff x="0" y="0"/>
          <a:chExt cx="0" cy="0"/>
        </a:xfrm>
      </p:grpSpPr>
      <p:sp>
        <p:nvSpPr>
          <p:cNvPr id="8" name="Rectangle">
            <a:extLst>
              <a:ext uri="{FF2B5EF4-FFF2-40B4-BE49-F238E27FC236}">
                <a16:creationId xmlns:a16="http://schemas.microsoft.com/office/drawing/2014/main" xmlns="" id="{8B1BF74B-381F-7543-91AC-AF11BDF73C1A}"/>
              </a:ext>
            </a:extLst>
          </p:cNvPr>
          <p:cNvSpPr/>
          <p:nvPr/>
        </p:nvSpPr>
        <p:spPr>
          <a:xfrm>
            <a:off x="0" y="1"/>
            <a:ext cx="9141481" cy="6858000"/>
          </a:xfrm>
          <a:prstGeom prst="rect">
            <a:avLst/>
          </a:prstGeom>
          <a:solidFill>
            <a:schemeClr val="tx2"/>
          </a:solidFill>
          <a:ln w="12700">
            <a:miter lim="400000"/>
          </a:ln>
        </p:spPr>
        <p:txBody>
          <a:bodyPr lIns="38100" tIns="38100" rIns="38100" bIns="38100" anchor="ctr"/>
          <a:lstStyle/>
          <a:p>
            <a:pPr>
              <a:defRPr sz="3000">
                <a:solidFill>
                  <a:srgbClr val="FFFFFF"/>
                </a:solidFill>
              </a:defRPr>
            </a:pPr>
            <a:endParaRPr/>
          </a:p>
        </p:txBody>
      </p:sp>
      <p:sp>
        <p:nvSpPr>
          <p:cNvPr id="9" name="Shape">
            <a:extLst>
              <a:ext uri="{FF2B5EF4-FFF2-40B4-BE49-F238E27FC236}">
                <a16:creationId xmlns:a16="http://schemas.microsoft.com/office/drawing/2014/main" xmlns="" id="{34990A1C-77B7-7D42-89B0-916CA8D903C7}"/>
              </a:ext>
            </a:extLst>
          </p:cNvPr>
          <p:cNvSpPr/>
          <p:nvPr/>
        </p:nvSpPr>
        <p:spPr>
          <a:xfrm>
            <a:off x="3351954" y="0"/>
            <a:ext cx="5792047" cy="6858000"/>
          </a:xfrm>
          <a:custGeom>
            <a:avLst/>
            <a:gdLst/>
            <a:ahLst/>
            <a:cxnLst>
              <a:cxn ang="0">
                <a:pos x="wd2" y="hd2"/>
              </a:cxn>
              <a:cxn ang="5400000">
                <a:pos x="wd2" y="hd2"/>
              </a:cxn>
              <a:cxn ang="10800000">
                <a:pos x="wd2" y="hd2"/>
              </a:cxn>
              <a:cxn ang="16200000">
                <a:pos x="wd2" y="hd2"/>
              </a:cxn>
            </a:cxnLst>
            <a:rect l="0" t="0" r="r" b="b"/>
            <a:pathLst>
              <a:path w="21600" h="21600" extrusionOk="0">
                <a:moveTo>
                  <a:pt x="5025" y="0"/>
                </a:moveTo>
                <a:lnTo>
                  <a:pt x="5025" y="4993"/>
                </a:lnTo>
                <a:lnTo>
                  <a:pt x="204" y="8377"/>
                </a:lnTo>
                <a:cubicBezTo>
                  <a:pt x="74" y="8471"/>
                  <a:pt x="0" y="8627"/>
                  <a:pt x="0" y="8795"/>
                </a:cubicBezTo>
                <a:lnTo>
                  <a:pt x="0" y="9599"/>
                </a:lnTo>
                <a:cubicBezTo>
                  <a:pt x="0" y="9985"/>
                  <a:pt x="379" y="10226"/>
                  <a:pt x="676" y="10017"/>
                </a:cubicBezTo>
                <a:lnTo>
                  <a:pt x="4359" y="7426"/>
                </a:lnTo>
                <a:cubicBezTo>
                  <a:pt x="4655" y="7217"/>
                  <a:pt x="5034" y="7458"/>
                  <a:pt x="5034" y="7844"/>
                </a:cubicBezTo>
                <a:lnTo>
                  <a:pt x="5034" y="7896"/>
                </a:lnTo>
                <a:cubicBezTo>
                  <a:pt x="5034" y="8063"/>
                  <a:pt x="4960" y="8231"/>
                  <a:pt x="4831" y="8314"/>
                </a:cubicBezTo>
                <a:lnTo>
                  <a:pt x="3507" y="9244"/>
                </a:lnTo>
                <a:cubicBezTo>
                  <a:pt x="3378" y="9338"/>
                  <a:pt x="3304" y="9494"/>
                  <a:pt x="3304" y="9662"/>
                </a:cubicBezTo>
                <a:lnTo>
                  <a:pt x="3304" y="10466"/>
                </a:lnTo>
                <a:cubicBezTo>
                  <a:pt x="3304" y="10852"/>
                  <a:pt x="3683" y="11092"/>
                  <a:pt x="3979" y="10884"/>
                </a:cubicBezTo>
                <a:lnTo>
                  <a:pt x="4377" y="10602"/>
                </a:lnTo>
                <a:cubicBezTo>
                  <a:pt x="4674" y="10393"/>
                  <a:pt x="5053" y="10633"/>
                  <a:pt x="5053" y="11019"/>
                </a:cubicBezTo>
                <a:lnTo>
                  <a:pt x="5053" y="21600"/>
                </a:lnTo>
                <a:lnTo>
                  <a:pt x="21600" y="21600"/>
                </a:lnTo>
                <a:lnTo>
                  <a:pt x="21600" y="0"/>
                </a:lnTo>
                <a:lnTo>
                  <a:pt x="5025" y="0"/>
                </a:lnTo>
                <a:close/>
              </a:path>
            </a:pathLst>
          </a:custGeom>
          <a:solidFill>
            <a:schemeClr val="accent1"/>
          </a:solidFill>
          <a:ln w="12700">
            <a:miter lim="400000"/>
          </a:ln>
        </p:spPr>
        <p:txBody>
          <a:bodyPr lIns="38100" tIns="38100" rIns="38100" bIns="38100" anchor="ctr"/>
          <a:lstStyle/>
          <a:p>
            <a:pPr>
              <a:defRPr sz="3000">
                <a:solidFill>
                  <a:srgbClr val="FFFFFF"/>
                </a:solidFill>
              </a:defRPr>
            </a:pPr>
            <a:endParaRPr/>
          </a:p>
        </p:txBody>
      </p:sp>
      <p:sp>
        <p:nvSpPr>
          <p:cNvPr id="10" name="Shape">
            <a:extLst>
              <a:ext uri="{FF2B5EF4-FFF2-40B4-BE49-F238E27FC236}">
                <a16:creationId xmlns:a16="http://schemas.microsoft.com/office/drawing/2014/main" xmlns="" id="{1D4BCBE8-C5A9-5545-9180-8CFEB36D4DE0}"/>
              </a:ext>
            </a:extLst>
          </p:cNvPr>
          <p:cNvSpPr/>
          <p:nvPr/>
        </p:nvSpPr>
        <p:spPr>
          <a:xfrm>
            <a:off x="0" y="0"/>
            <a:ext cx="6713343" cy="6062626"/>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0" y="19260"/>
                </a:lnTo>
                <a:lnTo>
                  <a:pt x="0" y="19730"/>
                </a:lnTo>
                <a:lnTo>
                  <a:pt x="0" y="21600"/>
                </a:lnTo>
                <a:lnTo>
                  <a:pt x="5814" y="16285"/>
                </a:lnTo>
                <a:cubicBezTo>
                  <a:pt x="5927" y="16179"/>
                  <a:pt x="5991" y="16003"/>
                  <a:pt x="5991" y="15815"/>
                </a:cubicBezTo>
                <a:lnTo>
                  <a:pt x="5991" y="14569"/>
                </a:lnTo>
                <a:cubicBezTo>
                  <a:pt x="5991" y="14380"/>
                  <a:pt x="6055" y="14192"/>
                  <a:pt x="6167" y="14098"/>
                </a:cubicBezTo>
                <a:lnTo>
                  <a:pt x="21600" y="0"/>
                </a:lnTo>
                <a:close/>
              </a:path>
            </a:pathLst>
          </a:custGeom>
          <a:solidFill>
            <a:schemeClr val="bg2"/>
          </a:solidFill>
          <a:ln w="12700">
            <a:miter lim="400000"/>
          </a:ln>
        </p:spPr>
        <p:txBody>
          <a:bodyPr lIns="38100" tIns="38100" rIns="38100" bIns="38100" anchor="ctr"/>
          <a:lstStyle/>
          <a:p>
            <a:pPr>
              <a:defRPr sz="3000">
                <a:solidFill>
                  <a:srgbClr val="FFFFFF"/>
                </a:solidFill>
              </a:defRPr>
            </a:pPr>
            <a:endParaRPr/>
          </a:p>
        </p:txBody>
      </p:sp>
      <p:sp>
        <p:nvSpPr>
          <p:cNvPr id="11" name="Shape">
            <a:extLst>
              <a:ext uri="{FF2B5EF4-FFF2-40B4-BE49-F238E27FC236}">
                <a16:creationId xmlns:a16="http://schemas.microsoft.com/office/drawing/2014/main" xmlns="" id="{B170F72D-A2D5-7341-831E-C61CB28AC3C0}"/>
              </a:ext>
            </a:extLst>
          </p:cNvPr>
          <p:cNvSpPr/>
          <p:nvPr/>
        </p:nvSpPr>
        <p:spPr>
          <a:xfrm>
            <a:off x="7386553" y="4752411"/>
            <a:ext cx="1757447" cy="1953670"/>
          </a:xfrm>
          <a:custGeom>
            <a:avLst/>
            <a:gdLst/>
            <a:ahLst/>
            <a:cxnLst>
              <a:cxn ang="0">
                <a:pos x="wd2" y="hd2"/>
              </a:cxn>
              <a:cxn ang="5400000">
                <a:pos x="wd2" y="hd2"/>
              </a:cxn>
              <a:cxn ang="10800000">
                <a:pos x="wd2" y="hd2"/>
              </a:cxn>
              <a:cxn ang="16200000">
                <a:pos x="wd2" y="hd2"/>
              </a:cxn>
            </a:cxnLst>
            <a:rect l="0" t="0" r="r" b="b"/>
            <a:pathLst>
              <a:path w="21570" h="21170" extrusionOk="0">
                <a:moveTo>
                  <a:pt x="2188" y="20921"/>
                </a:moveTo>
                <a:lnTo>
                  <a:pt x="21570" y="6723"/>
                </a:lnTo>
                <a:lnTo>
                  <a:pt x="21570" y="0"/>
                </a:lnTo>
                <a:lnTo>
                  <a:pt x="669" y="15306"/>
                </a:lnTo>
                <a:cubicBezTo>
                  <a:pt x="243" y="15628"/>
                  <a:pt x="0" y="16164"/>
                  <a:pt x="0" y="16736"/>
                </a:cubicBezTo>
                <a:lnTo>
                  <a:pt x="0" y="19490"/>
                </a:lnTo>
                <a:cubicBezTo>
                  <a:pt x="-30" y="20813"/>
                  <a:pt x="1216" y="21600"/>
                  <a:pt x="2188" y="20921"/>
                </a:cubicBezTo>
                <a:close/>
              </a:path>
            </a:pathLst>
          </a:custGeom>
          <a:solidFill>
            <a:schemeClr val="tx2"/>
          </a:solidFill>
          <a:ln w="12700">
            <a:miter lim="400000"/>
          </a:ln>
        </p:spPr>
        <p:txBody>
          <a:bodyPr lIns="38100" tIns="38100" rIns="38100" bIns="38100" anchor="ctr"/>
          <a:lstStyle/>
          <a:p>
            <a:pPr>
              <a:defRPr sz="3000">
                <a:solidFill>
                  <a:srgbClr val="FFFFFF"/>
                </a:solidFill>
              </a:defRPr>
            </a:pPr>
            <a:endParaRPr/>
          </a:p>
        </p:txBody>
      </p:sp>
      <p:sp>
        <p:nvSpPr>
          <p:cNvPr id="12" name="Shape">
            <a:extLst>
              <a:ext uri="{FF2B5EF4-FFF2-40B4-BE49-F238E27FC236}">
                <a16:creationId xmlns:a16="http://schemas.microsoft.com/office/drawing/2014/main" xmlns="" id="{9B180B7D-6293-BF41-96D5-35184350B45B}"/>
              </a:ext>
            </a:extLst>
          </p:cNvPr>
          <p:cNvSpPr/>
          <p:nvPr/>
        </p:nvSpPr>
        <p:spPr>
          <a:xfrm>
            <a:off x="0" y="4092355"/>
            <a:ext cx="1044544" cy="1110195"/>
          </a:xfrm>
          <a:custGeom>
            <a:avLst/>
            <a:gdLst/>
            <a:ahLst/>
            <a:cxnLst>
              <a:cxn ang="0">
                <a:pos x="wd2" y="hd2"/>
              </a:cxn>
              <a:cxn ang="5400000">
                <a:pos x="wd2" y="hd2"/>
              </a:cxn>
              <a:cxn ang="10800000">
                <a:pos x="wd2" y="hd2"/>
              </a:cxn>
              <a:cxn ang="16200000">
                <a:pos x="wd2" y="hd2"/>
              </a:cxn>
            </a:cxnLst>
            <a:rect l="0" t="0" r="r" b="b"/>
            <a:pathLst>
              <a:path w="21600" h="20820" extrusionOk="0">
                <a:moveTo>
                  <a:pt x="51" y="20820"/>
                </a:moveTo>
                <a:lnTo>
                  <a:pt x="20474" y="5409"/>
                </a:lnTo>
                <a:cubicBezTo>
                  <a:pt x="21191" y="4852"/>
                  <a:pt x="21600" y="3924"/>
                  <a:pt x="21600" y="2933"/>
                </a:cubicBezTo>
                <a:lnTo>
                  <a:pt x="21600" y="2933"/>
                </a:lnTo>
                <a:cubicBezTo>
                  <a:pt x="21600" y="644"/>
                  <a:pt x="19501" y="-780"/>
                  <a:pt x="17864" y="458"/>
                </a:cubicBezTo>
                <a:lnTo>
                  <a:pt x="0" y="13888"/>
                </a:lnTo>
                <a:lnTo>
                  <a:pt x="0" y="20820"/>
                </a:lnTo>
                <a:close/>
              </a:path>
            </a:pathLst>
          </a:custGeom>
          <a:solidFill>
            <a:schemeClr val="tx2"/>
          </a:solidFill>
          <a:ln w="12700">
            <a:miter lim="400000"/>
          </a:ln>
        </p:spPr>
        <p:txBody>
          <a:bodyPr lIns="38100" tIns="38100" rIns="38100" bIns="38100" anchor="ctr"/>
          <a:lstStyle/>
          <a:p>
            <a:pPr>
              <a:defRPr sz="3000">
                <a:solidFill>
                  <a:srgbClr val="FFFFFF"/>
                </a:solidFill>
              </a:defRPr>
            </a:pPr>
            <a:endParaRPr/>
          </a:p>
        </p:txBody>
      </p:sp>
      <p:sp>
        <p:nvSpPr>
          <p:cNvPr id="2" name="Title 1"/>
          <p:cNvSpPr>
            <a:spLocks noGrp="1"/>
          </p:cNvSpPr>
          <p:nvPr>
            <p:ph type="ctrTitle"/>
          </p:nvPr>
        </p:nvSpPr>
        <p:spPr>
          <a:xfrm>
            <a:off x="4904772" y="469901"/>
            <a:ext cx="3722495" cy="3526367"/>
          </a:xfrm>
        </p:spPr>
        <p:txBody>
          <a:bodyPr anchor="b">
            <a:noAutofit/>
          </a:bodyPr>
          <a:lstStyle>
            <a:lvl1pPr algn="r">
              <a:defRPr sz="4000">
                <a:solidFill>
                  <a:schemeClr val="tx1"/>
                </a:solidFill>
                <a:effectLst/>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4904772" y="3996267"/>
            <a:ext cx="3722495" cy="1388534"/>
          </a:xfrm>
        </p:spPr>
        <p:txBody>
          <a:bodyPr anchor="t">
            <a:normAutofit/>
          </a:bodyPr>
          <a:lstStyle>
            <a:lvl1pPr marL="0" indent="0" algn="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13" name="Date Placeholder 3">
            <a:extLst>
              <a:ext uri="{FF2B5EF4-FFF2-40B4-BE49-F238E27FC236}">
                <a16:creationId xmlns:a16="http://schemas.microsoft.com/office/drawing/2014/main" xmlns="" id="{42B2FC30-A70A-3DCF-77F9-4202A779A0E2}"/>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15-Feb-25</a:t>
            </a:fld>
            <a:endParaRPr lang="en-US"/>
          </a:p>
        </p:txBody>
      </p:sp>
      <p:sp>
        <p:nvSpPr>
          <p:cNvPr id="14" name="Footer Placeholder 4">
            <a:extLst>
              <a:ext uri="{FF2B5EF4-FFF2-40B4-BE49-F238E27FC236}">
                <a16:creationId xmlns:a16="http://schemas.microsoft.com/office/drawing/2014/main" xmlns="" id="{AB09335B-7A7E-2599-7E59-50B4ED26712A}"/>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5" name="Slide Number Placeholder 5">
            <a:extLst>
              <a:ext uri="{FF2B5EF4-FFF2-40B4-BE49-F238E27FC236}">
                <a16:creationId xmlns:a16="http://schemas.microsoft.com/office/drawing/2014/main" xmlns="" id="{3081B706-259E-5D37-D1CA-B5050EC00732}"/>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22558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1">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xmlns="" id="{ED8C3D43-ADB0-D34D-98B6-F9B9A012DF13}"/>
              </a:ext>
            </a:extLst>
          </p:cNvPr>
          <p:cNvGrpSpPr/>
          <p:nvPr/>
        </p:nvGrpSpPr>
        <p:grpSpPr>
          <a:xfrm>
            <a:off x="1" y="0"/>
            <a:ext cx="9143999" cy="6858000"/>
            <a:chOff x="16101482" y="12318999"/>
            <a:chExt cx="4687148" cy="2636521"/>
          </a:xfrm>
        </p:grpSpPr>
        <p:sp>
          <p:nvSpPr>
            <p:cNvPr id="8" name="Rectangle">
              <a:extLst>
                <a:ext uri="{FF2B5EF4-FFF2-40B4-BE49-F238E27FC236}">
                  <a16:creationId xmlns:a16="http://schemas.microsoft.com/office/drawing/2014/main" xmlns="" id="{87C4D10D-D6AB-6545-ADBF-C2F2641DF1B5}"/>
                </a:ext>
              </a:extLst>
            </p:cNvPr>
            <p:cNvSpPr/>
            <p:nvPr/>
          </p:nvSpPr>
          <p:spPr>
            <a:xfrm>
              <a:off x="16101482" y="12319000"/>
              <a:ext cx="4687148" cy="2636520"/>
            </a:xfrm>
            <a:prstGeom prst="rect">
              <a:avLst/>
            </a:prstGeom>
            <a:solidFill>
              <a:schemeClr val="bg2"/>
            </a:solidFill>
            <a:ln w="12700">
              <a:miter lim="400000"/>
            </a:ln>
          </p:spPr>
          <p:txBody>
            <a:bodyPr lIns="38100" tIns="38100" rIns="38100" bIns="38100" anchor="ctr"/>
            <a:lstStyle/>
            <a:p>
              <a:pPr>
                <a:defRPr sz="3000">
                  <a:solidFill>
                    <a:srgbClr val="FFFFFF"/>
                  </a:solidFill>
                </a:defRPr>
              </a:pPr>
              <a:endParaRPr dirty="0"/>
            </a:p>
          </p:txBody>
        </p:sp>
        <p:sp>
          <p:nvSpPr>
            <p:cNvPr id="9" name="Shape">
              <a:extLst>
                <a:ext uri="{FF2B5EF4-FFF2-40B4-BE49-F238E27FC236}">
                  <a16:creationId xmlns:a16="http://schemas.microsoft.com/office/drawing/2014/main" xmlns="" id="{E03F6846-D32C-BD4C-8191-05D94E9B0898}"/>
                </a:ext>
              </a:extLst>
            </p:cNvPr>
            <p:cNvSpPr/>
            <p:nvPr/>
          </p:nvSpPr>
          <p:spPr>
            <a:xfrm>
              <a:off x="16891000" y="12318999"/>
              <a:ext cx="3241041" cy="263652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13618" y="21600"/>
                  </a:lnTo>
                  <a:lnTo>
                    <a:pt x="21126" y="15857"/>
                  </a:lnTo>
                  <a:cubicBezTo>
                    <a:pt x="21422" y="15628"/>
                    <a:pt x="21600" y="15232"/>
                    <a:pt x="21600" y="14806"/>
                  </a:cubicBezTo>
                  <a:lnTo>
                    <a:pt x="21600" y="0"/>
                  </a:lnTo>
                  <a:lnTo>
                    <a:pt x="0" y="0"/>
                  </a:lnTo>
                  <a:close/>
                </a:path>
              </a:pathLst>
            </a:custGeom>
            <a:solidFill>
              <a:schemeClr val="tx2"/>
            </a:solidFill>
            <a:ln w="12700">
              <a:miter lim="400000"/>
            </a:ln>
          </p:spPr>
          <p:txBody>
            <a:bodyPr lIns="38100" tIns="38100" rIns="38100" bIns="38100" anchor="ctr"/>
            <a:lstStyle/>
            <a:p>
              <a:pPr>
                <a:defRPr sz="3000">
                  <a:solidFill>
                    <a:srgbClr val="FFFFFF"/>
                  </a:solidFill>
                </a:defRPr>
              </a:pPr>
              <a:endParaRPr/>
            </a:p>
          </p:txBody>
        </p:sp>
        <p:sp>
          <p:nvSpPr>
            <p:cNvPr id="10" name="Shape">
              <a:extLst>
                <a:ext uri="{FF2B5EF4-FFF2-40B4-BE49-F238E27FC236}">
                  <a16:creationId xmlns:a16="http://schemas.microsoft.com/office/drawing/2014/main" xmlns="" id="{C5663569-9AB2-D946-B8F0-606DB40D5F79}"/>
                </a:ext>
              </a:extLst>
            </p:cNvPr>
            <p:cNvSpPr/>
            <p:nvPr/>
          </p:nvSpPr>
          <p:spPr>
            <a:xfrm>
              <a:off x="16101482" y="12958766"/>
              <a:ext cx="947421" cy="798003"/>
            </a:xfrm>
            <a:custGeom>
              <a:avLst/>
              <a:gdLst/>
              <a:ahLst/>
              <a:cxnLst>
                <a:cxn ang="0">
                  <a:pos x="wd2" y="hd2"/>
                </a:cxn>
                <a:cxn ang="5400000">
                  <a:pos x="wd2" y="hd2"/>
                </a:cxn>
                <a:cxn ang="10800000">
                  <a:pos x="wd2" y="hd2"/>
                </a:cxn>
                <a:cxn ang="16200000">
                  <a:pos x="wd2" y="hd2"/>
                </a:cxn>
              </a:cxnLst>
              <a:rect l="0" t="0" r="r" b="b"/>
              <a:pathLst>
                <a:path w="21600" h="21240" extrusionOk="0">
                  <a:moveTo>
                    <a:pt x="0" y="21240"/>
                  </a:moveTo>
                  <a:lnTo>
                    <a:pt x="21021" y="5961"/>
                  </a:lnTo>
                  <a:cubicBezTo>
                    <a:pt x="21368" y="5691"/>
                    <a:pt x="21600" y="5251"/>
                    <a:pt x="21600" y="4778"/>
                  </a:cubicBezTo>
                  <a:lnTo>
                    <a:pt x="21600" y="1398"/>
                  </a:lnTo>
                  <a:cubicBezTo>
                    <a:pt x="21600" y="282"/>
                    <a:pt x="20558" y="-360"/>
                    <a:pt x="19776" y="215"/>
                  </a:cubicBezTo>
                  <a:lnTo>
                    <a:pt x="29" y="14581"/>
                  </a:lnTo>
                  <a:lnTo>
                    <a:pt x="29" y="21240"/>
                  </a:lnTo>
                  <a:close/>
                </a:path>
              </a:pathLst>
            </a:custGeom>
            <a:solidFill>
              <a:schemeClr val="accent1"/>
            </a:solidFill>
            <a:ln w="12700">
              <a:miter lim="400000"/>
            </a:ln>
          </p:spPr>
          <p:txBody>
            <a:bodyPr lIns="38100" tIns="38100" rIns="38100" bIns="38100" anchor="ctr"/>
            <a:lstStyle/>
            <a:p>
              <a:pPr>
                <a:defRPr sz="3000">
                  <a:solidFill>
                    <a:srgbClr val="FFFFFF"/>
                  </a:solidFill>
                </a:defRPr>
              </a:pPr>
              <a:endParaRPr/>
            </a:p>
          </p:txBody>
        </p:sp>
        <p:sp>
          <p:nvSpPr>
            <p:cNvPr id="11" name="Shape">
              <a:extLst>
                <a:ext uri="{FF2B5EF4-FFF2-40B4-BE49-F238E27FC236}">
                  <a16:creationId xmlns:a16="http://schemas.microsoft.com/office/drawing/2014/main" xmlns="" id="{A1C4F954-218A-1746-A199-1A2E499F992C}"/>
                </a:ext>
              </a:extLst>
            </p:cNvPr>
            <p:cNvSpPr/>
            <p:nvPr/>
          </p:nvSpPr>
          <p:spPr>
            <a:xfrm>
              <a:off x="19885658" y="14112273"/>
              <a:ext cx="902972" cy="759174"/>
            </a:xfrm>
            <a:custGeom>
              <a:avLst/>
              <a:gdLst/>
              <a:ahLst/>
              <a:cxnLst>
                <a:cxn ang="0">
                  <a:pos x="wd2" y="hd2"/>
                </a:cxn>
                <a:cxn ang="5400000">
                  <a:pos x="wd2" y="hd2"/>
                </a:cxn>
                <a:cxn ang="10800000">
                  <a:pos x="wd2" y="hd2"/>
                </a:cxn>
                <a:cxn ang="16200000">
                  <a:pos x="wd2" y="hd2"/>
                </a:cxn>
              </a:cxnLst>
              <a:rect l="0" t="0" r="r" b="b"/>
              <a:pathLst>
                <a:path w="21600" h="21202" extrusionOk="0">
                  <a:moveTo>
                    <a:pt x="1944" y="20962"/>
                  </a:moveTo>
                  <a:lnTo>
                    <a:pt x="21600" y="6668"/>
                  </a:lnTo>
                  <a:lnTo>
                    <a:pt x="21600" y="0"/>
                  </a:lnTo>
                  <a:lnTo>
                    <a:pt x="608" y="15251"/>
                  </a:lnTo>
                  <a:cubicBezTo>
                    <a:pt x="243" y="15535"/>
                    <a:pt x="0" y="15996"/>
                    <a:pt x="0" y="16493"/>
                  </a:cubicBezTo>
                  <a:lnTo>
                    <a:pt x="0" y="19720"/>
                  </a:lnTo>
                  <a:cubicBezTo>
                    <a:pt x="30" y="20891"/>
                    <a:pt x="1094" y="21600"/>
                    <a:pt x="1944" y="20962"/>
                  </a:cubicBezTo>
                  <a:close/>
                </a:path>
              </a:pathLst>
            </a:custGeom>
            <a:solidFill>
              <a:schemeClr val="accent1"/>
            </a:solidFill>
            <a:ln w="12700">
              <a:miter lim="400000"/>
            </a:ln>
          </p:spPr>
          <p:txBody>
            <a:bodyPr lIns="38100" tIns="38100" rIns="38100" bIns="38100" anchor="ctr"/>
            <a:lstStyle/>
            <a:p>
              <a:pPr>
                <a:defRPr sz="3000">
                  <a:solidFill>
                    <a:srgbClr val="FFFFFF"/>
                  </a:solidFill>
                </a:defRPr>
              </a:pPr>
              <a:endParaRPr/>
            </a:p>
          </p:txBody>
        </p:sp>
        <p:sp>
          <p:nvSpPr>
            <p:cNvPr id="12" name="Shape">
              <a:extLst>
                <a:ext uri="{FF2B5EF4-FFF2-40B4-BE49-F238E27FC236}">
                  <a16:creationId xmlns:a16="http://schemas.microsoft.com/office/drawing/2014/main" xmlns="" id="{F91A0296-5F63-5E4C-A52A-2A3EF0409C96}"/>
                </a:ext>
              </a:extLst>
            </p:cNvPr>
            <p:cNvSpPr/>
            <p:nvPr/>
          </p:nvSpPr>
          <p:spPr>
            <a:xfrm>
              <a:off x="20132041" y="14005224"/>
              <a:ext cx="656589" cy="540170"/>
            </a:xfrm>
            <a:custGeom>
              <a:avLst/>
              <a:gdLst/>
              <a:ahLst/>
              <a:cxnLst>
                <a:cxn ang="0">
                  <a:pos x="wd2" y="hd2"/>
                </a:cxn>
                <a:cxn ang="5400000">
                  <a:pos x="wd2" y="hd2"/>
                </a:cxn>
                <a:cxn ang="10800000">
                  <a:pos x="wd2" y="hd2"/>
                </a:cxn>
                <a:cxn ang="16200000">
                  <a:pos x="wd2" y="hd2"/>
                </a:cxn>
              </a:cxnLst>
              <a:rect l="0" t="0" r="r" b="b"/>
              <a:pathLst>
                <a:path w="21600" h="21071" extrusionOk="0">
                  <a:moveTo>
                    <a:pt x="2674" y="20758"/>
                  </a:moveTo>
                  <a:lnTo>
                    <a:pt x="21600" y="6787"/>
                  </a:lnTo>
                  <a:lnTo>
                    <a:pt x="21600" y="0"/>
                  </a:lnTo>
                  <a:lnTo>
                    <a:pt x="836" y="15308"/>
                  </a:lnTo>
                  <a:cubicBezTo>
                    <a:pt x="334" y="15705"/>
                    <a:pt x="0" y="16349"/>
                    <a:pt x="0" y="17042"/>
                  </a:cubicBezTo>
                  <a:lnTo>
                    <a:pt x="0" y="18974"/>
                  </a:lnTo>
                  <a:cubicBezTo>
                    <a:pt x="42" y="20659"/>
                    <a:pt x="1504" y="21600"/>
                    <a:pt x="2674" y="20758"/>
                  </a:cubicBezTo>
                  <a:close/>
                </a:path>
              </a:pathLst>
            </a:custGeom>
            <a:solidFill>
              <a:schemeClr val="tx2"/>
            </a:solidFill>
            <a:ln w="12700">
              <a:miter lim="400000"/>
            </a:ln>
          </p:spPr>
          <p:txBody>
            <a:bodyPr lIns="38100" tIns="38100" rIns="38100" bIns="38100" anchor="ctr"/>
            <a:lstStyle/>
            <a:p>
              <a:pPr>
                <a:defRPr sz="3000">
                  <a:solidFill>
                    <a:srgbClr val="FFFFFF"/>
                  </a:solidFill>
                </a:defRPr>
              </a:pPr>
              <a:endParaRPr/>
            </a:p>
          </p:txBody>
        </p:sp>
        <p:sp>
          <p:nvSpPr>
            <p:cNvPr id="13" name="Shape">
              <a:extLst>
                <a:ext uri="{FF2B5EF4-FFF2-40B4-BE49-F238E27FC236}">
                  <a16:creationId xmlns:a16="http://schemas.microsoft.com/office/drawing/2014/main" xmlns="" id="{B20C3480-C465-5944-8042-0ABC25702527}"/>
                </a:ext>
              </a:extLst>
            </p:cNvPr>
            <p:cNvSpPr/>
            <p:nvPr/>
          </p:nvSpPr>
          <p:spPr>
            <a:xfrm>
              <a:off x="16256000" y="12681371"/>
              <a:ext cx="566421" cy="404142"/>
            </a:xfrm>
            <a:custGeom>
              <a:avLst/>
              <a:gdLst/>
              <a:ahLst/>
              <a:cxnLst>
                <a:cxn ang="0">
                  <a:pos x="wd2" y="hd2"/>
                </a:cxn>
                <a:cxn ang="5400000">
                  <a:pos x="wd2" y="hd2"/>
                </a:cxn>
                <a:cxn ang="10800000">
                  <a:pos x="wd2" y="hd2"/>
                </a:cxn>
                <a:cxn ang="16200000">
                  <a:pos x="wd2" y="hd2"/>
                </a:cxn>
              </a:cxnLst>
              <a:rect l="0" t="0" r="r" b="b"/>
              <a:pathLst>
                <a:path w="21600" h="20040" extrusionOk="0">
                  <a:moveTo>
                    <a:pt x="3535" y="19610"/>
                  </a:moveTo>
                  <a:lnTo>
                    <a:pt x="20535" y="5881"/>
                  </a:lnTo>
                  <a:cubicBezTo>
                    <a:pt x="21213" y="5314"/>
                    <a:pt x="21600" y="4370"/>
                    <a:pt x="21600" y="3362"/>
                  </a:cubicBezTo>
                  <a:lnTo>
                    <a:pt x="21600" y="2984"/>
                  </a:lnTo>
                  <a:cubicBezTo>
                    <a:pt x="21600" y="654"/>
                    <a:pt x="19614" y="-794"/>
                    <a:pt x="18065" y="465"/>
                  </a:cubicBezTo>
                  <a:lnTo>
                    <a:pt x="1065" y="14194"/>
                  </a:lnTo>
                  <a:cubicBezTo>
                    <a:pt x="387" y="14761"/>
                    <a:pt x="0" y="15705"/>
                    <a:pt x="0" y="16713"/>
                  </a:cubicBezTo>
                  <a:lnTo>
                    <a:pt x="0" y="17091"/>
                  </a:lnTo>
                  <a:cubicBezTo>
                    <a:pt x="48" y="19358"/>
                    <a:pt x="2034" y="20806"/>
                    <a:pt x="3535" y="19610"/>
                  </a:cubicBezTo>
                  <a:close/>
                </a:path>
              </a:pathLst>
            </a:custGeom>
            <a:solidFill>
              <a:schemeClr val="tx2"/>
            </a:solidFill>
            <a:ln w="12700">
              <a:miter lim="400000"/>
            </a:ln>
          </p:spPr>
          <p:txBody>
            <a:bodyPr lIns="38100" tIns="38100" rIns="38100" bIns="38100" anchor="ctr"/>
            <a:lstStyle/>
            <a:p>
              <a:pPr>
                <a:defRPr sz="3000">
                  <a:solidFill>
                    <a:srgbClr val="FFFFFF"/>
                  </a:solidFill>
                </a:defRPr>
              </a:pPr>
              <a:endParaRPr/>
            </a:p>
          </p:txBody>
        </p:sp>
      </p:grpSp>
      <p:sp>
        <p:nvSpPr>
          <p:cNvPr id="2" name="Title 1"/>
          <p:cNvSpPr>
            <a:spLocks noGrp="1"/>
          </p:cNvSpPr>
          <p:nvPr>
            <p:ph type="title"/>
          </p:nvPr>
        </p:nvSpPr>
        <p:spPr>
          <a:xfrm>
            <a:off x="1681317" y="66288"/>
            <a:ext cx="6011262" cy="1379159"/>
          </a:xfrm>
        </p:spPr>
        <p:txBody>
          <a:bodyPr/>
          <a:lstStyle>
            <a:lvl1pPr>
              <a:defRPr>
                <a:solidFill>
                  <a:schemeClr val="bg1"/>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1681316" y="1664133"/>
            <a:ext cx="6011262" cy="4473530"/>
          </a:xfrm>
        </p:spPr>
        <p:txBody>
          <a:bodyPr anchor="t"/>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4" name="Date Placeholder 3">
            <a:extLst>
              <a:ext uri="{FF2B5EF4-FFF2-40B4-BE49-F238E27FC236}">
                <a16:creationId xmlns:a16="http://schemas.microsoft.com/office/drawing/2014/main" xmlns="" id="{89969D8E-87D4-FD1C-FC32-E052DE4A0849}"/>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bg1">
                    <a:lumMod val="50000"/>
                  </a:schemeClr>
                </a:solidFill>
              </a:defRPr>
            </a:lvl1pPr>
          </a:lstStyle>
          <a:p>
            <a:fld id="{5BCAD085-E8A6-8845-BD4E-CB4CCA059FC4}" type="datetimeFigureOut">
              <a:rPr lang="en-US" smtClean="0"/>
              <a:t>15-Feb-25</a:t>
            </a:fld>
            <a:endParaRPr lang="en-US"/>
          </a:p>
        </p:txBody>
      </p:sp>
      <p:sp>
        <p:nvSpPr>
          <p:cNvPr id="15" name="Footer Placeholder 4">
            <a:extLst>
              <a:ext uri="{FF2B5EF4-FFF2-40B4-BE49-F238E27FC236}">
                <a16:creationId xmlns:a16="http://schemas.microsoft.com/office/drawing/2014/main" xmlns="" id="{F00FC54E-FAE7-BBB7-9410-82F74B83E071}"/>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bg1">
                    <a:lumMod val="50000"/>
                  </a:schemeClr>
                </a:solidFill>
              </a:defRPr>
            </a:lvl1pPr>
          </a:lstStyle>
          <a:p>
            <a:endParaRPr lang="en-US"/>
          </a:p>
        </p:txBody>
      </p:sp>
      <p:sp>
        <p:nvSpPr>
          <p:cNvPr id="16" name="Slide Number Placeholder 5">
            <a:extLst>
              <a:ext uri="{FF2B5EF4-FFF2-40B4-BE49-F238E27FC236}">
                <a16:creationId xmlns:a16="http://schemas.microsoft.com/office/drawing/2014/main" xmlns="" id="{3D98FE29-06B1-0262-EA82-2966BE8D1A47}"/>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bg1">
                    <a:lumMod val="50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398840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2">
    <p:bg>
      <p:bgPr>
        <a:solidFill>
          <a:schemeClr val="tx2"/>
        </a:solidFill>
        <a:effectLst/>
      </p:bgPr>
    </p:bg>
    <p:spTree>
      <p:nvGrpSpPr>
        <p:cNvPr id="1" name=""/>
        <p:cNvGrpSpPr/>
        <p:nvPr/>
      </p:nvGrpSpPr>
      <p:grpSpPr>
        <a:xfrm>
          <a:off x="0" y="0"/>
          <a:ext cx="0" cy="0"/>
          <a:chOff x="0" y="0"/>
          <a:chExt cx="0" cy="0"/>
        </a:xfrm>
      </p:grpSpPr>
      <p:sp>
        <p:nvSpPr>
          <p:cNvPr id="26" name="Freeform: Shape 25">
            <a:extLst>
              <a:ext uri="{FF2B5EF4-FFF2-40B4-BE49-F238E27FC236}">
                <a16:creationId xmlns:a16="http://schemas.microsoft.com/office/drawing/2014/main" xmlns="" id="{C17FD732-3DB0-FD57-A378-7CD7A7EACAE3}"/>
              </a:ext>
            </a:extLst>
          </p:cNvPr>
          <p:cNvSpPr/>
          <p:nvPr/>
        </p:nvSpPr>
        <p:spPr>
          <a:xfrm>
            <a:off x="0" y="5042804"/>
            <a:ext cx="1562839" cy="1815197"/>
          </a:xfrm>
          <a:custGeom>
            <a:avLst/>
            <a:gdLst>
              <a:gd name="connsiteX0" fmla="*/ 1945993 w 2083785"/>
              <a:gd name="connsiteY0" fmla="*/ 12 h 1815197"/>
              <a:gd name="connsiteX1" fmla="*/ 2083785 w 2083785"/>
              <a:gd name="connsiteY1" fmla="*/ 136449 h 1815197"/>
              <a:gd name="connsiteX2" fmla="*/ 2083785 w 2083785"/>
              <a:gd name="connsiteY2" fmla="*/ 466394 h 1815197"/>
              <a:gd name="connsiteX3" fmla="*/ 2017800 w 2083785"/>
              <a:gd name="connsiteY3" fmla="*/ 581875 h 1815197"/>
              <a:gd name="connsiteX4" fmla="*/ 36843 w 2083785"/>
              <a:gd name="connsiteY4" fmla="*/ 1815197 h 1815197"/>
              <a:gd name="connsiteX5" fmla="*/ 0 w 2083785"/>
              <a:gd name="connsiteY5" fmla="*/ 1815197 h 1815197"/>
              <a:gd name="connsiteX6" fmla="*/ 0 w 2083785"/>
              <a:gd name="connsiteY6" fmla="*/ 1189951 h 1815197"/>
              <a:gd name="connsiteX7" fmla="*/ 1875916 w 2083785"/>
              <a:gd name="connsiteY7" fmla="*/ 20968 h 1815197"/>
              <a:gd name="connsiteX8" fmla="*/ 1945993 w 2083785"/>
              <a:gd name="connsiteY8" fmla="*/ 12 h 1815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3785" h="1815197">
                <a:moveTo>
                  <a:pt x="1945993" y="12"/>
                </a:moveTo>
                <a:cubicBezTo>
                  <a:pt x="2016988" y="-935"/>
                  <a:pt x="2083785" y="54743"/>
                  <a:pt x="2083785" y="136449"/>
                </a:cubicBezTo>
                <a:lnTo>
                  <a:pt x="2083785" y="466394"/>
                </a:lnTo>
                <a:cubicBezTo>
                  <a:pt x="2083785" y="512567"/>
                  <a:pt x="2057346" y="555518"/>
                  <a:pt x="2017800" y="581875"/>
                </a:cubicBezTo>
                <a:lnTo>
                  <a:pt x="36843" y="1815197"/>
                </a:lnTo>
                <a:lnTo>
                  <a:pt x="0" y="1815197"/>
                </a:lnTo>
                <a:lnTo>
                  <a:pt x="0" y="1189951"/>
                </a:lnTo>
                <a:lnTo>
                  <a:pt x="1875916" y="20968"/>
                </a:lnTo>
                <a:cubicBezTo>
                  <a:pt x="1898196" y="6935"/>
                  <a:pt x="1922328" y="328"/>
                  <a:pt x="1945993" y="12"/>
                </a:cubicBezTo>
                <a:close/>
              </a:path>
            </a:pathLst>
          </a:custGeom>
          <a:solidFill>
            <a:schemeClr val="accent1"/>
          </a:solidFill>
          <a:ln w="12700">
            <a:miter lim="400000"/>
          </a:ln>
        </p:spPr>
        <p:txBody>
          <a:bodyPr wrap="square" lIns="38100" tIns="38100" rIns="38100" bIns="38100" anchor="ctr">
            <a:noAutofit/>
          </a:bodyPr>
          <a:lstStyle/>
          <a:p>
            <a:pPr>
              <a:defRPr sz="3000">
                <a:solidFill>
                  <a:srgbClr val="FFFFFF"/>
                </a:solidFill>
              </a:defRPr>
            </a:pPr>
            <a:endParaRPr/>
          </a:p>
        </p:txBody>
      </p:sp>
      <p:sp>
        <p:nvSpPr>
          <p:cNvPr id="24" name="Freeform: Shape 23">
            <a:extLst>
              <a:ext uri="{FF2B5EF4-FFF2-40B4-BE49-F238E27FC236}">
                <a16:creationId xmlns:a16="http://schemas.microsoft.com/office/drawing/2014/main" xmlns="" id="{60AB593E-E0DE-C496-8719-8F640C1DEDC9}"/>
              </a:ext>
            </a:extLst>
          </p:cNvPr>
          <p:cNvSpPr/>
          <p:nvPr/>
        </p:nvSpPr>
        <p:spPr>
          <a:xfrm>
            <a:off x="0" y="5310629"/>
            <a:ext cx="1031781" cy="1194917"/>
          </a:xfrm>
          <a:custGeom>
            <a:avLst/>
            <a:gdLst>
              <a:gd name="connsiteX0" fmla="*/ 1237898 w 1375708"/>
              <a:gd name="connsiteY0" fmla="*/ 11 h 1194917"/>
              <a:gd name="connsiteX1" fmla="*/ 1375708 w 1375708"/>
              <a:gd name="connsiteY1" fmla="*/ 136439 h 1194917"/>
              <a:gd name="connsiteX2" fmla="*/ 1375708 w 1375708"/>
              <a:gd name="connsiteY2" fmla="*/ 265158 h 1194917"/>
              <a:gd name="connsiteX3" fmla="*/ 1309681 w 1375708"/>
              <a:gd name="connsiteY3" fmla="*/ 380654 h 1194917"/>
              <a:gd name="connsiteX4" fmla="*/ 0 w 1375708"/>
              <a:gd name="connsiteY4" fmla="*/ 1194917 h 1194917"/>
              <a:gd name="connsiteX5" fmla="*/ 0 w 1375708"/>
              <a:gd name="connsiteY5" fmla="*/ 747957 h 1194917"/>
              <a:gd name="connsiteX6" fmla="*/ 1167833 w 1375708"/>
              <a:gd name="connsiteY6" fmla="*/ 20943 h 1194917"/>
              <a:gd name="connsiteX7" fmla="*/ 1237898 w 1375708"/>
              <a:gd name="connsiteY7" fmla="*/ 11 h 1194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5708" h="1194917">
                <a:moveTo>
                  <a:pt x="1237898" y="11"/>
                </a:moveTo>
                <a:cubicBezTo>
                  <a:pt x="1308891" y="-921"/>
                  <a:pt x="1375708" y="54751"/>
                  <a:pt x="1375708" y="136439"/>
                </a:cubicBezTo>
                <a:lnTo>
                  <a:pt x="1375708" y="265158"/>
                </a:lnTo>
                <a:cubicBezTo>
                  <a:pt x="1375708" y="311343"/>
                  <a:pt x="1349329" y="354205"/>
                  <a:pt x="1309681" y="380654"/>
                </a:cubicBezTo>
                <a:lnTo>
                  <a:pt x="0" y="1194917"/>
                </a:lnTo>
                <a:lnTo>
                  <a:pt x="0" y="747957"/>
                </a:lnTo>
                <a:lnTo>
                  <a:pt x="1167833" y="20943"/>
                </a:lnTo>
                <a:cubicBezTo>
                  <a:pt x="1190106" y="6921"/>
                  <a:pt x="1214234" y="322"/>
                  <a:pt x="1237898" y="11"/>
                </a:cubicBezTo>
                <a:close/>
              </a:path>
            </a:pathLst>
          </a:custGeom>
          <a:solidFill>
            <a:schemeClr val="bg2"/>
          </a:solidFill>
          <a:ln w="12700">
            <a:miter lim="400000"/>
          </a:ln>
        </p:spPr>
        <p:txBody>
          <a:bodyPr wrap="square" lIns="38100" tIns="38100" rIns="38100" bIns="38100" anchor="ctr">
            <a:noAutofit/>
          </a:bodyPr>
          <a:lstStyle/>
          <a:p>
            <a:pPr>
              <a:defRPr sz="3000">
                <a:solidFill>
                  <a:srgbClr val="FFFFFF"/>
                </a:solidFill>
              </a:defRPr>
            </a:pPr>
            <a:endParaRPr/>
          </a:p>
        </p:txBody>
      </p:sp>
      <p:sp>
        <p:nvSpPr>
          <p:cNvPr id="19" name="Shape">
            <a:extLst>
              <a:ext uri="{FF2B5EF4-FFF2-40B4-BE49-F238E27FC236}">
                <a16:creationId xmlns:a16="http://schemas.microsoft.com/office/drawing/2014/main" xmlns="" id="{D45702D6-42D2-CA41-A3E2-AEA40110B8A8}"/>
              </a:ext>
            </a:extLst>
          </p:cNvPr>
          <p:cNvSpPr/>
          <p:nvPr/>
        </p:nvSpPr>
        <p:spPr>
          <a:xfrm>
            <a:off x="1" y="4348266"/>
            <a:ext cx="913205" cy="967971"/>
          </a:xfrm>
          <a:custGeom>
            <a:avLst/>
            <a:gdLst/>
            <a:ahLst/>
            <a:cxnLst>
              <a:cxn ang="0">
                <a:pos x="wd2" y="hd2"/>
              </a:cxn>
              <a:cxn ang="5400000">
                <a:pos x="wd2" y="hd2"/>
              </a:cxn>
              <a:cxn ang="10800000">
                <a:pos x="wd2" y="hd2"/>
              </a:cxn>
              <a:cxn ang="16200000">
                <a:pos x="wd2" y="hd2"/>
              </a:cxn>
            </a:cxnLst>
            <a:rect l="0" t="0" r="r" b="b"/>
            <a:pathLst>
              <a:path w="21600" h="20843" extrusionOk="0">
                <a:moveTo>
                  <a:pt x="0" y="20843"/>
                </a:moveTo>
                <a:lnTo>
                  <a:pt x="20429" y="5425"/>
                </a:lnTo>
                <a:cubicBezTo>
                  <a:pt x="21132" y="4856"/>
                  <a:pt x="21600" y="3932"/>
                  <a:pt x="21600" y="2938"/>
                </a:cubicBezTo>
                <a:lnTo>
                  <a:pt x="21600" y="2938"/>
                </a:lnTo>
                <a:cubicBezTo>
                  <a:pt x="21600" y="593"/>
                  <a:pt x="19493" y="-757"/>
                  <a:pt x="17912" y="451"/>
                </a:cubicBezTo>
                <a:lnTo>
                  <a:pt x="59" y="13951"/>
                </a:lnTo>
                <a:lnTo>
                  <a:pt x="59" y="20843"/>
                </a:lnTo>
                <a:close/>
              </a:path>
            </a:pathLst>
          </a:custGeom>
          <a:solidFill>
            <a:schemeClr val="accent1"/>
          </a:solidFill>
          <a:ln w="12700">
            <a:miter lim="400000"/>
          </a:ln>
        </p:spPr>
        <p:txBody>
          <a:bodyPr lIns="38100" tIns="38100" rIns="38100" bIns="38100" anchor="ctr"/>
          <a:lstStyle/>
          <a:p>
            <a:pPr>
              <a:defRPr sz="3000">
                <a:solidFill>
                  <a:srgbClr val="FFFFFF"/>
                </a:solidFill>
              </a:defRPr>
            </a:pPr>
            <a:endParaRPr/>
          </a:p>
        </p:txBody>
      </p:sp>
      <p:sp>
        <p:nvSpPr>
          <p:cNvPr id="20" name="Shape">
            <a:extLst>
              <a:ext uri="{FF2B5EF4-FFF2-40B4-BE49-F238E27FC236}">
                <a16:creationId xmlns:a16="http://schemas.microsoft.com/office/drawing/2014/main" xmlns="" id="{C617D107-FEFD-E445-B14E-3EAAEEF6203F}"/>
              </a:ext>
            </a:extLst>
          </p:cNvPr>
          <p:cNvSpPr/>
          <p:nvPr/>
        </p:nvSpPr>
        <p:spPr>
          <a:xfrm>
            <a:off x="8230795" y="457199"/>
            <a:ext cx="913205" cy="970746"/>
          </a:xfrm>
          <a:custGeom>
            <a:avLst/>
            <a:gdLst/>
            <a:ahLst/>
            <a:cxnLst>
              <a:cxn ang="0">
                <a:pos x="wd2" y="hd2"/>
              </a:cxn>
              <a:cxn ang="5400000">
                <a:pos x="wd2" y="hd2"/>
              </a:cxn>
              <a:cxn ang="10800000">
                <a:pos x="wd2" y="hd2"/>
              </a:cxn>
              <a:cxn ang="16200000">
                <a:pos x="wd2" y="hd2"/>
              </a:cxn>
            </a:cxnLst>
            <a:rect l="0" t="0" r="r" b="b"/>
            <a:pathLst>
              <a:path w="21600" h="20834" extrusionOk="0">
                <a:moveTo>
                  <a:pt x="3746" y="20396"/>
                </a:moveTo>
                <a:lnTo>
                  <a:pt x="21600" y="6940"/>
                </a:lnTo>
                <a:lnTo>
                  <a:pt x="21600" y="0"/>
                </a:lnTo>
                <a:lnTo>
                  <a:pt x="1171" y="15368"/>
                </a:lnTo>
                <a:cubicBezTo>
                  <a:pt x="468" y="15934"/>
                  <a:pt x="0" y="16855"/>
                  <a:pt x="0" y="17847"/>
                </a:cubicBezTo>
                <a:lnTo>
                  <a:pt x="0" y="17847"/>
                </a:lnTo>
                <a:cubicBezTo>
                  <a:pt x="0" y="20184"/>
                  <a:pt x="2107" y="21600"/>
                  <a:pt x="3746" y="20396"/>
                </a:cubicBezTo>
                <a:close/>
              </a:path>
            </a:pathLst>
          </a:custGeom>
          <a:solidFill>
            <a:schemeClr val="accent1"/>
          </a:solidFill>
          <a:ln w="12700">
            <a:miter lim="400000"/>
          </a:ln>
        </p:spPr>
        <p:txBody>
          <a:bodyPr lIns="38100" tIns="38100" rIns="38100" bIns="38100" anchor="ctr"/>
          <a:lstStyle/>
          <a:p>
            <a:pPr>
              <a:defRPr sz="3000">
                <a:solidFill>
                  <a:srgbClr val="FFFFFF"/>
                </a:solidFill>
              </a:defRPr>
            </a:pPr>
            <a:endParaRPr/>
          </a:p>
        </p:txBody>
      </p:sp>
      <p:sp>
        <p:nvSpPr>
          <p:cNvPr id="27" name="Shape">
            <a:extLst>
              <a:ext uri="{FF2B5EF4-FFF2-40B4-BE49-F238E27FC236}">
                <a16:creationId xmlns:a16="http://schemas.microsoft.com/office/drawing/2014/main" xmlns="" id="{E8A1E78F-D9EC-06B9-B466-E7FA6326835F}"/>
              </a:ext>
            </a:extLst>
          </p:cNvPr>
          <p:cNvSpPr/>
          <p:nvPr/>
        </p:nvSpPr>
        <p:spPr>
          <a:xfrm>
            <a:off x="0" y="327334"/>
            <a:ext cx="1042066" cy="1110196"/>
          </a:xfrm>
          <a:custGeom>
            <a:avLst/>
            <a:gdLst/>
            <a:ahLst/>
            <a:cxnLst>
              <a:cxn ang="0">
                <a:pos x="wd2" y="hd2"/>
              </a:cxn>
              <a:cxn ang="5400000">
                <a:pos x="wd2" y="hd2"/>
              </a:cxn>
              <a:cxn ang="10800000">
                <a:pos x="wd2" y="hd2"/>
              </a:cxn>
              <a:cxn ang="16200000">
                <a:pos x="wd2" y="hd2"/>
              </a:cxn>
            </a:cxnLst>
            <a:rect l="0" t="0" r="r" b="b"/>
            <a:pathLst>
              <a:path w="21600" h="20820" extrusionOk="0">
                <a:moveTo>
                  <a:pt x="0" y="20820"/>
                </a:moveTo>
                <a:lnTo>
                  <a:pt x="20471" y="5409"/>
                </a:lnTo>
                <a:cubicBezTo>
                  <a:pt x="21190" y="4852"/>
                  <a:pt x="21600" y="3924"/>
                  <a:pt x="21600" y="2933"/>
                </a:cubicBezTo>
                <a:lnTo>
                  <a:pt x="21600" y="2933"/>
                </a:lnTo>
                <a:cubicBezTo>
                  <a:pt x="21600" y="643"/>
                  <a:pt x="19496" y="-780"/>
                  <a:pt x="17855" y="458"/>
                </a:cubicBezTo>
                <a:lnTo>
                  <a:pt x="0" y="13888"/>
                </a:lnTo>
                <a:lnTo>
                  <a:pt x="0" y="20820"/>
                </a:lnTo>
                <a:close/>
              </a:path>
            </a:pathLst>
          </a:custGeom>
          <a:solidFill>
            <a:schemeClr val="accent1"/>
          </a:solidFill>
          <a:ln w="12700">
            <a:miter lim="400000"/>
          </a:ln>
        </p:spPr>
        <p:txBody>
          <a:bodyPr lIns="38100" tIns="38100" rIns="38100" bIns="38100" anchor="ctr"/>
          <a:lstStyle/>
          <a:p>
            <a:pPr>
              <a:defRPr sz="3000">
                <a:solidFill>
                  <a:srgbClr val="FFFFFF"/>
                </a:solidFill>
              </a:defRPr>
            </a:pPr>
            <a:endParaRPr/>
          </a:p>
        </p:txBody>
      </p:sp>
      <p:sp>
        <p:nvSpPr>
          <p:cNvPr id="28" name="Shape">
            <a:extLst>
              <a:ext uri="{FF2B5EF4-FFF2-40B4-BE49-F238E27FC236}">
                <a16:creationId xmlns:a16="http://schemas.microsoft.com/office/drawing/2014/main" xmlns="" id="{85027FE8-A67A-A3C9-161B-803B239D83E7}"/>
              </a:ext>
            </a:extLst>
          </p:cNvPr>
          <p:cNvSpPr/>
          <p:nvPr/>
        </p:nvSpPr>
        <p:spPr>
          <a:xfrm>
            <a:off x="206162" y="327334"/>
            <a:ext cx="1105012" cy="1051236"/>
          </a:xfrm>
          <a:custGeom>
            <a:avLst/>
            <a:gdLst/>
            <a:ahLst/>
            <a:cxnLst>
              <a:cxn ang="0">
                <a:pos x="wd2" y="hd2"/>
              </a:cxn>
              <a:cxn ang="5400000">
                <a:pos x="wd2" y="hd2"/>
              </a:cxn>
              <a:cxn ang="10800000">
                <a:pos x="wd2" y="hd2"/>
              </a:cxn>
              <a:cxn ang="16200000">
                <a:pos x="wd2" y="hd2"/>
              </a:cxn>
            </a:cxnLst>
            <a:rect l="0" t="0" r="r" b="b"/>
            <a:pathLst>
              <a:path w="21600" h="20040" extrusionOk="0">
                <a:moveTo>
                  <a:pt x="3535" y="19610"/>
                </a:moveTo>
                <a:lnTo>
                  <a:pt x="20535" y="5881"/>
                </a:lnTo>
                <a:cubicBezTo>
                  <a:pt x="21213" y="5314"/>
                  <a:pt x="21600" y="4370"/>
                  <a:pt x="21600" y="3362"/>
                </a:cubicBezTo>
                <a:lnTo>
                  <a:pt x="21600" y="2984"/>
                </a:lnTo>
                <a:cubicBezTo>
                  <a:pt x="21600" y="654"/>
                  <a:pt x="19614" y="-794"/>
                  <a:pt x="18065" y="465"/>
                </a:cubicBezTo>
                <a:lnTo>
                  <a:pt x="1065" y="14194"/>
                </a:lnTo>
                <a:cubicBezTo>
                  <a:pt x="387" y="14761"/>
                  <a:pt x="0" y="15705"/>
                  <a:pt x="0" y="16713"/>
                </a:cubicBezTo>
                <a:lnTo>
                  <a:pt x="0" y="17091"/>
                </a:lnTo>
                <a:cubicBezTo>
                  <a:pt x="48" y="19358"/>
                  <a:pt x="2034" y="20806"/>
                  <a:pt x="3535" y="19610"/>
                </a:cubicBezTo>
                <a:close/>
              </a:path>
            </a:pathLst>
          </a:custGeom>
          <a:solidFill>
            <a:schemeClr val="bg1"/>
          </a:solidFill>
          <a:ln w="12700">
            <a:miter lim="400000"/>
          </a:ln>
        </p:spPr>
        <p:txBody>
          <a:bodyPr lIns="38100" tIns="38100" rIns="38100" bIns="38100" anchor="ctr"/>
          <a:lstStyle/>
          <a:p>
            <a:pPr>
              <a:defRPr sz="3000">
                <a:solidFill>
                  <a:srgbClr val="FFFFFF"/>
                </a:solidFill>
              </a:defRPr>
            </a:pPr>
            <a:endParaRPr/>
          </a:p>
        </p:txBody>
      </p:sp>
      <p:sp>
        <p:nvSpPr>
          <p:cNvPr id="29" name="Title 1">
            <a:extLst>
              <a:ext uri="{FF2B5EF4-FFF2-40B4-BE49-F238E27FC236}">
                <a16:creationId xmlns:a16="http://schemas.microsoft.com/office/drawing/2014/main" xmlns="" id="{CFA9D02A-27A5-D8B3-0615-20F6F5D6FB87}"/>
              </a:ext>
            </a:extLst>
          </p:cNvPr>
          <p:cNvSpPr>
            <a:spLocks noGrp="1"/>
          </p:cNvSpPr>
          <p:nvPr>
            <p:ph type="title"/>
          </p:nvPr>
        </p:nvSpPr>
        <p:spPr>
          <a:xfrm>
            <a:off x="1681317" y="66288"/>
            <a:ext cx="6011262" cy="1379159"/>
          </a:xfrm>
        </p:spPr>
        <p:txBody>
          <a:bodyPr/>
          <a:lstStyle>
            <a:lvl1pPr>
              <a:defRPr>
                <a:solidFill>
                  <a:schemeClr val="bg1"/>
                </a:solidFill>
              </a:defRPr>
            </a:lvl1pPr>
          </a:lstStyle>
          <a:p>
            <a:r>
              <a:rPr lang="en-US" smtClean="0"/>
              <a:t>Click to edit Master title style</a:t>
            </a:r>
            <a:endParaRPr lang="en-US" dirty="0"/>
          </a:p>
        </p:txBody>
      </p:sp>
      <p:sp>
        <p:nvSpPr>
          <p:cNvPr id="30" name="Content Placeholder 2">
            <a:extLst>
              <a:ext uri="{FF2B5EF4-FFF2-40B4-BE49-F238E27FC236}">
                <a16:creationId xmlns:a16="http://schemas.microsoft.com/office/drawing/2014/main" xmlns="" id="{114B5907-66DC-D645-B8BC-7F5FE2E17E08}"/>
              </a:ext>
            </a:extLst>
          </p:cNvPr>
          <p:cNvSpPr>
            <a:spLocks noGrp="1"/>
          </p:cNvSpPr>
          <p:nvPr>
            <p:ph idx="1"/>
          </p:nvPr>
        </p:nvSpPr>
        <p:spPr>
          <a:xfrm>
            <a:off x="1681316" y="1664133"/>
            <a:ext cx="6011262" cy="4473530"/>
          </a:xfrm>
        </p:spPr>
        <p:txBody>
          <a:bodyPr anchor="t"/>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 name="Date Placeholder 3">
            <a:extLst>
              <a:ext uri="{FF2B5EF4-FFF2-40B4-BE49-F238E27FC236}">
                <a16:creationId xmlns:a16="http://schemas.microsoft.com/office/drawing/2014/main" xmlns="" id="{ACA86715-9EA5-8349-3B60-3A31BC15CC37}"/>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bg1">
                    <a:lumMod val="50000"/>
                  </a:schemeClr>
                </a:solidFill>
              </a:defRPr>
            </a:lvl1pPr>
          </a:lstStyle>
          <a:p>
            <a:fld id="{5BCAD085-E8A6-8845-BD4E-CB4CCA059FC4}" type="datetimeFigureOut">
              <a:rPr lang="en-US" smtClean="0"/>
              <a:t>15-Feb-25</a:t>
            </a:fld>
            <a:endParaRPr lang="en-US"/>
          </a:p>
        </p:txBody>
      </p:sp>
      <p:sp>
        <p:nvSpPr>
          <p:cNvPr id="3" name="Footer Placeholder 4">
            <a:extLst>
              <a:ext uri="{FF2B5EF4-FFF2-40B4-BE49-F238E27FC236}">
                <a16:creationId xmlns:a16="http://schemas.microsoft.com/office/drawing/2014/main" xmlns="" id="{7C34337A-F4B9-6BA5-EF50-791C2C9D338A}"/>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bg1">
                    <a:lumMod val="50000"/>
                  </a:schemeClr>
                </a:solidFill>
              </a:defRPr>
            </a:lvl1pPr>
          </a:lstStyle>
          <a:p>
            <a:endParaRPr lang="en-US"/>
          </a:p>
        </p:txBody>
      </p:sp>
      <p:sp>
        <p:nvSpPr>
          <p:cNvPr id="7" name="Slide Number Placeholder 5">
            <a:extLst>
              <a:ext uri="{FF2B5EF4-FFF2-40B4-BE49-F238E27FC236}">
                <a16:creationId xmlns:a16="http://schemas.microsoft.com/office/drawing/2014/main" xmlns="" id="{0AC7B502-28CD-1CE0-2BDA-EF7E32C630F9}"/>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bg1">
                    <a:lumMod val="50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581325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1">
    <p:spTree>
      <p:nvGrpSpPr>
        <p:cNvPr id="1" name=""/>
        <p:cNvGrpSpPr/>
        <p:nvPr/>
      </p:nvGrpSpPr>
      <p:grpSpPr>
        <a:xfrm>
          <a:off x="0" y="0"/>
          <a:ext cx="0" cy="0"/>
          <a:chOff x="0" y="0"/>
          <a:chExt cx="0" cy="0"/>
        </a:xfrm>
      </p:grpSpPr>
      <p:sp>
        <p:nvSpPr>
          <p:cNvPr id="8" name="Rectangle">
            <a:extLst>
              <a:ext uri="{FF2B5EF4-FFF2-40B4-BE49-F238E27FC236}">
                <a16:creationId xmlns:a16="http://schemas.microsoft.com/office/drawing/2014/main" xmlns="" id="{E50C884E-11DB-0D41-AB16-82A57F6FFD7B}"/>
              </a:ext>
            </a:extLst>
          </p:cNvPr>
          <p:cNvSpPr/>
          <p:nvPr/>
        </p:nvSpPr>
        <p:spPr>
          <a:xfrm>
            <a:off x="1" y="0"/>
            <a:ext cx="9143999" cy="6858000"/>
          </a:xfrm>
          <a:prstGeom prst="rect">
            <a:avLst/>
          </a:prstGeom>
          <a:solidFill>
            <a:schemeClr val="tx2"/>
          </a:solidFill>
          <a:ln w="12700">
            <a:miter lim="400000"/>
          </a:ln>
        </p:spPr>
        <p:txBody>
          <a:bodyPr lIns="38100" tIns="38100" rIns="38100" bIns="38100" anchor="ctr"/>
          <a:lstStyle/>
          <a:p>
            <a:pPr>
              <a:defRPr sz="3000">
                <a:solidFill>
                  <a:srgbClr val="FFFFFF"/>
                </a:solidFill>
              </a:defRPr>
            </a:pPr>
            <a:endParaRPr/>
          </a:p>
        </p:txBody>
      </p:sp>
      <p:sp>
        <p:nvSpPr>
          <p:cNvPr id="16" name="Rectangle 15">
            <a:extLst>
              <a:ext uri="{FF2B5EF4-FFF2-40B4-BE49-F238E27FC236}">
                <a16:creationId xmlns:a16="http://schemas.microsoft.com/office/drawing/2014/main" xmlns="" id="{8B155FAB-9D8F-2243-AD92-23AAB67CA165}"/>
              </a:ext>
            </a:extLst>
          </p:cNvPr>
          <p:cNvSpPr/>
          <p:nvPr/>
        </p:nvSpPr>
        <p:spPr>
          <a:xfrm>
            <a:off x="1" y="1"/>
            <a:ext cx="4991582" cy="391698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hape">
            <a:extLst>
              <a:ext uri="{FF2B5EF4-FFF2-40B4-BE49-F238E27FC236}">
                <a16:creationId xmlns:a16="http://schemas.microsoft.com/office/drawing/2014/main" xmlns="" id="{68AECB6E-67B6-B441-BFFA-0CCD9879529E}"/>
              </a:ext>
            </a:extLst>
          </p:cNvPr>
          <p:cNvSpPr/>
          <p:nvPr/>
        </p:nvSpPr>
        <p:spPr>
          <a:xfrm>
            <a:off x="0" y="327334"/>
            <a:ext cx="1042066" cy="1110196"/>
          </a:xfrm>
          <a:custGeom>
            <a:avLst/>
            <a:gdLst/>
            <a:ahLst/>
            <a:cxnLst>
              <a:cxn ang="0">
                <a:pos x="wd2" y="hd2"/>
              </a:cxn>
              <a:cxn ang="5400000">
                <a:pos x="wd2" y="hd2"/>
              </a:cxn>
              <a:cxn ang="10800000">
                <a:pos x="wd2" y="hd2"/>
              </a:cxn>
              <a:cxn ang="16200000">
                <a:pos x="wd2" y="hd2"/>
              </a:cxn>
            </a:cxnLst>
            <a:rect l="0" t="0" r="r" b="b"/>
            <a:pathLst>
              <a:path w="21600" h="20820" extrusionOk="0">
                <a:moveTo>
                  <a:pt x="0" y="20820"/>
                </a:moveTo>
                <a:lnTo>
                  <a:pt x="20471" y="5409"/>
                </a:lnTo>
                <a:cubicBezTo>
                  <a:pt x="21190" y="4852"/>
                  <a:pt x="21600" y="3924"/>
                  <a:pt x="21600" y="2933"/>
                </a:cubicBezTo>
                <a:lnTo>
                  <a:pt x="21600" y="2933"/>
                </a:lnTo>
                <a:cubicBezTo>
                  <a:pt x="21600" y="643"/>
                  <a:pt x="19496" y="-780"/>
                  <a:pt x="17855" y="458"/>
                </a:cubicBezTo>
                <a:lnTo>
                  <a:pt x="0" y="13888"/>
                </a:lnTo>
                <a:lnTo>
                  <a:pt x="0" y="20820"/>
                </a:lnTo>
                <a:close/>
              </a:path>
            </a:pathLst>
          </a:custGeom>
          <a:solidFill>
            <a:schemeClr val="accent1"/>
          </a:solidFill>
          <a:ln w="12700">
            <a:miter lim="400000"/>
          </a:ln>
        </p:spPr>
        <p:txBody>
          <a:bodyPr lIns="38100" tIns="38100" rIns="38100" bIns="38100" anchor="ctr"/>
          <a:lstStyle/>
          <a:p>
            <a:pPr>
              <a:defRPr sz="3000">
                <a:solidFill>
                  <a:srgbClr val="FFFFFF"/>
                </a:solidFill>
              </a:defRPr>
            </a:pPr>
            <a:endParaRPr/>
          </a:p>
        </p:txBody>
      </p:sp>
      <p:sp>
        <p:nvSpPr>
          <p:cNvPr id="11" name="Shape">
            <a:extLst>
              <a:ext uri="{FF2B5EF4-FFF2-40B4-BE49-F238E27FC236}">
                <a16:creationId xmlns:a16="http://schemas.microsoft.com/office/drawing/2014/main" xmlns="" id="{68689606-4997-D543-B698-39ADA06A919F}"/>
              </a:ext>
            </a:extLst>
          </p:cNvPr>
          <p:cNvSpPr/>
          <p:nvPr/>
        </p:nvSpPr>
        <p:spPr>
          <a:xfrm>
            <a:off x="-1" y="0"/>
            <a:ext cx="9144001" cy="6858000"/>
          </a:xfrm>
          <a:custGeom>
            <a:avLst/>
            <a:gdLst/>
            <a:ahLst/>
            <a:cxnLst>
              <a:cxn ang="0">
                <a:pos x="wd2" y="hd2"/>
              </a:cxn>
              <a:cxn ang="5400000">
                <a:pos x="wd2" y="hd2"/>
              </a:cxn>
              <a:cxn ang="10800000">
                <a:pos x="wd2" y="hd2"/>
              </a:cxn>
              <a:cxn ang="16200000">
                <a:pos x="wd2" y="hd2"/>
              </a:cxn>
            </a:cxnLst>
            <a:rect l="0" t="0" r="r" b="b"/>
            <a:pathLst>
              <a:path w="21600" h="21600" extrusionOk="0">
                <a:moveTo>
                  <a:pt x="11437" y="0"/>
                </a:moveTo>
                <a:lnTo>
                  <a:pt x="6623" y="5337"/>
                </a:lnTo>
                <a:cubicBezTo>
                  <a:pt x="6435" y="5546"/>
                  <a:pt x="6194" y="5306"/>
                  <a:pt x="6194" y="4920"/>
                </a:cubicBezTo>
                <a:lnTo>
                  <a:pt x="6194" y="4805"/>
                </a:lnTo>
                <a:cubicBezTo>
                  <a:pt x="6194" y="4418"/>
                  <a:pt x="5953" y="4178"/>
                  <a:pt x="5765" y="4387"/>
                </a:cubicBezTo>
                <a:lnTo>
                  <a:pt x="1932" y="8638"/>
                </a:lnTo>
                <a:cubicBezTo>
                  <a:pt x="1849" y="8732"/>
                  <a:pt x="1802" y="8889"/>
                  <a:pt x="1802" y="9056"/>
                </a:cubicBezTo>
                <a:lnTo>
                  <a:pt x="1802" y="10403"/>
                </a:lnTo>
                <a:cubicBezTo>
                  <a:pt x="1802" y="10570"/>
                  <a:pt x="1755" y="10737"/>
                  <a:pt x="1673" y="10821"/>
                </a:cubicBezTo>
                <a:lnTo>
                  <a:pt x="0" y="12670"/>
                </a:lnTo>
                <a:lnTo>
                  <a:pt x="0" y="21600"/>
                </a:lnTo>
                <a:lnTo>
                  <a:pt x="9024" y="21600"/>
                </a:lnTo>
                <a:lnTo>
                  <a:pt x="21600" y="7677"/>
                </a:lnTo>
                <a:lnTo>
                  <a:pt x="21600" y="0"/>
                </a:lnTo>
                <a:lnTo>
                  <a:pt x="11437" y="0"/>
                </a:lnTo>
                <a:close/>
              </a:path>
            </a:pathLst>
          </a:custGeom>
          <a:solidFill>
            <a:schemeClr val="accent1"/>
          </a:solidFill>
          <a:ln w="12700">
            <a:miter lim="400000"/>
          </a:ln>
        </p:spPr>
        <p:txBody>
          <a:bodyPr lIns="38100" tIns="38100" rIns="38100" bIns="38100" anchor="ctr"/>
          <a:lstStyle/>
          <a:p>
            <a:pPr>
              <a:defRPr sz="3000">
                <a:solidFill>
                  <a:srgbClr val="FFFFFF"/>
                </a:solidFill>
              </a:defRPr>
            </a:pPr>
            <a:endParaRPr/>
          </a:p>
        </p:txBody>
      </p:sp>
      <p:sp>
        <p:nvSpPr>
          <p:cNvPr id="12" name="Shape">
            <a:extLst>
              <a:ext uri="{FF2B5EF4-FFF2-40B4-BE49-F238E27FC236}">
                <a16:creationId xmlns:a16="http://schemas.microsoft.com/office/drawing/2014/main" xmlns="" id="{95BBB1DE-60B4-7F4C-AE75-2F2AC3517656}"/>
              </a:ext>
            </a:extLst>
          </p:cNvPr>
          <p:cNvSpPr/>
          <p:nvPr/>
        </p:nvSpPr>
        <p:spPr>
          <a:xfrm>
            <a:off x="6864326" y="2673233"/>
            <a:ext cx="1759882" cy="1829091"/>
          </a:xfrm>
          <a:custGeom>
            <a:avLst/>
            <a:gdLst/>
            <a:ahLst/>
            <a:cxnLst>
              <a:cxn ang="0">
                <a:pos x="wd2" y="hd2"/>
              </a:cxn>
              <a:cxn ang="5400000">
                <a:pos x="wd2" y="hd2"/>
              </a:cxn>
              <a:cxn ang="10800000">
                <a:pos x="wd2" y="hd2"/>
              </a:cxn>
              <a:cxn ang="16200000">
                <a:pos x="wd2" y="hd2"/>
              </a:cxn>
            </a:cxnLst>
            <a:rect l="0" t="0" r="r" b="b"/>
            <a:pathLst>
              <a:path w="21600" h="20676" extrusionOk="0">
                <a:moveTo>
                  <a:pt x="2218" y="20421"/>
                </a:moveTo>
                <a:lnTo>
                  <a:pt x="20932" y="6133"/>
                </a:lnTo>
                <a:cubicBezTo>
                  <a:pt x="21357" y="5797"/>
                  <a:pt x="21600" y="5238"/>
                  <a:pt x="21600" y="4641"/>
                </a:cubicBezTo>
                <a:lnTo>
                  <a:pt x="21600" y="1768"/>
                </a:lnTo>
                <a:cubicBezTo>
                  <a:pt x="21600" y="388"/>
                  <a:pt x="20354" y="-470"/>
                  <a:pt x="19382" y="276"/>
                </a:cubicBezTo>
                <a:lnTo>
                  <a:pt x="668" y="14564"/>
                </a:lnTo>
                <a:cubicBezTo>
                  <a:pt x="243" y="14900"/>
                  <a:pt x="0" y="15460"/>
                  <a:pt x="0" y="16056"/>
                </a:cubicBezTo>
                <a:lnTo>
                  <a:pt x="0" y="18929"/>
                </a:lnTo>
                <a:cubicBezTo>
                  <a:pt x="0" y="20272"/>
                  <a:pt x="1246" y="21130"/>
                  <a:pt x="2218" y="20421"/>
                </a:cubicBezTo>
                <a:close/>
              </a:path>
            </a:pathLst>
          </a:custGeom>
          <a:solidFill>
            <a:schemeClr val="bg2"/>
          </a:solidFill>
          <a:ln w="12700">
            <a:miter lim="400000"/>
          </a:ln>
        </p:spPr>
        <p:txBody>
          <a:bodyPr lIns="38100" tIns="38100" rIns="38100" bIns="38100" anchor="ctr"/>
          <a:lstStyle/>
          <a:p>
            <a:pPr>
              <a:defRPr sz="3000">
                <a:solidFill>
                  <a:srgbClr val="FFFFFF"/>
                </a:solidFill>
              </a:defRPr>
            </a:pPr>
            <a:endParaRPr/>
          </a:p>
        </p:txBody>
      </p:sp>
      <p:sp>
        <p:nvSpPr>
          <p:cNvPr id="13" name="Shape">
            <a:extLst>
              <a:ext uri="{FF2B5EF4-FFF2-40B4-BE49-F238E27FC236}">
                <a16:creationId xmlns:a16="http://schemas.microsoft.com/office/drawing/2014/main" xmlns="" id="{DEB96EC2-55E7-6A4E-AB89-5113A78C7F1B}"/>
              </a:ext>
            </a:extLst>
          </p:cNvPr>
          <p:cNvSpPr/>
          <p:nvPr/>
        </p:nvSpPr>
        <p:spPr>
          <a:xfrm>
            <a:off x="1" y="2414839"/>
            <a:ext cx="1779683" cy="1978173"/>
          </a:xfrm>
          <a:custGeom>
            <a:avLst/>
            <a:gdLst/>
            <a:ahLst/>
            <a:cxnLst>
              <a:cxn ang="0">
                <a:pos x="wd2" y="hd2"/>
              </a:cxn>
              <a:cxn ang="5400000">
                <a:pos x="wd2" y="hd2"/>
              </a:cxn>
              <a:cxn ang="10800000">
                <a:pos x="wd2" y="hd2"/>
              </a:cxn>
              <a:cxn ang="16200000">
                <a:pos x="wd2" y="hd2"/>
              </a:cxn>
            </a:cxnLst>
            <a:rect l="0" t="0" r="r" b="b"/>
            <a:pathLst>
              <a:path w="21600" h="21155" extrusionOk="0">
                <a:moveTo>
                  <a:pt x="30" y="21155"/>
                </a:moveTo>
                <a:lnTo>
                  <a:pt x="20939" y="5873"/>
                </a:lnTo>
                <a:cubicBezTo>
                  <a:pt x="21360" y="5555"/>
                  <a:pt x="21600" y="5026"/>
                  <a:pt x="21600" y="4461"/>
                </a:cubicBezTo>
                <a:lnTo>
                  <a:pt x="21600" y="1673"/>
                </a:lnTo>
                <a:cubicBezTo>
                  <a:pt x="21600" y="367"/>
                  <a:pt x="20368" y="-445"/>
                  <a:pt x="19407" y="261"/>
                </a:cubicBezTo>
                <a:lnTo>
                  <a:pt x="0" y="14449"/>
                </a:lnTo>
                <a:lnTo>
                  <a:pt x="0" y="21155"/>
                </a:lnTo>
                <a:close/>
              </a:path>
            </a:pathLst>
          </a:custGeom>
          <a:solidFill>
            <a:schemeClr val="bg1"/>
          </a:solidFill>
          <a:ln w="12700">
            <a:miter lim="400000"/>
          </a:ln>
        </p:spPr>
        <p:txBody>
          <a:bodyPr lIns="38100" tIns="38100" rIns="38100" bIns="38100" anchor="ctr"/>
          <a:lstStyle/>
          <a:p>
            <a:pPr>
              <a:defRPr sz="3000">
                <a:solidFill>
                  <a:srgbClr val="FFFFFF"/>
                </a:solidFill>
              </a:defRPr>
            </a:pPr>
            <a:endParaRPr/>
          </a:p>
        </p:txBody>
      </p:sp>
      <p:sp>
        <p:nvSpPr>
          <p:cNvPr id="10" name="Shape">
            <a:extLst>
              <a:ext uri="{FF2B5EF4-FFF2-40B4-BE49-F238E27FC236}">
                <a16:creationId xmlns:a16="http://schemas.microsoft.com/office/drawing/2014/main" xmlns="" id="{718C5A0E-4736-CB47-B68A-807A3D114BE2}"/>
              </a:ext>
            </a:extLst>
          </p:cNvPr>
          <p:cNvSpPr/>
          <p:nvPr/>
        </p:nvSpPr>
        <p:spPr>
          <a:xfrm>
            <a:off x="8101935" y="3333288"/>
            <a:ext cx="1042066" cy="1110193"/>
          </a:xfrm>
          <a:custGeom>
            <a:avLst/>
            <a:gdLst/>
            <a:ahLst/>
            <a:cxnLst>
              <a:cxn ang="0">
                <a:pos x="wd2" y="hd2"/>
              </a:cxn>
              <a:cxn ang="5400000">
                <a:pos x="wd2" y="hd2"/>
              </a:cxn>
              <a:cxn ang="10800000">
                <a:pos x="wd2" y="hd2"/>
              </a:cxn>
              <a:cxn ang="16200000">
                <a:pos x="wd2" y="hd2"/>
              </a:cxn>
            </a:cxnLst>
            <a:rect l="0" t="0" r="r" b="b"/>
            <a:pathLst>
              <a:path w="21600" h="20820" extrusionOk="0">
                <a:moveTo>
                  <a:pt x="3694" y="20362"/>
                </a:moveTo>
                <a:lnTo>
                  <a:pt x="21600" y="6932"/>
                </a:lnTo>
                <a:lnTo>
                  <a:pt x="21600" y="0"/>
                </a:lnTo>
                <a:lnTo>
                  <a:pt x="1129" y="15411"/>
                </a:lnTo>
                <a:cubicBezTo>
                  <a:pt x="410" y="15968"/>
                  <a:pt x="0" y="16896"/>
                  <a:pt x="0" y="17887"/>
                </a:cubicBezTo>
                <a:lnTo>
                  <a:pt x="0" y="17887"/>
                </a:lnTo>
                <a:cubicBezTo>
                  <a:pt x="0" y="20176"/>
                  <a:pt x="2104" y="21600"/>
                  <a:pt x="3694" y="20362"/>
                </a:cubicBezTo>
                <a:close/>
              </a:path>
            </a:pathLst>
          </a:custGeom>
          <a:solidFill>
            <a:schemeClr val="accent1"/>
          </a:solidFill>
          <a:ln w="12700">
            <a:miter lim="400000"/>
          </a:ln>
        </p:spPr>
        <p:txBody>
          <a:bodyPr lIns="38100" tIns="38100" rIns="38100" bIns="38100" anchor="ctr"/>
          <a:lstStyle/>
          <a:p>
            <a:pPr>
              <a:defRPr sz="3000">
                <a:solidFill>
                  <a:srgbClr val="FFFFFF"/>
                </a:solidFill>
              </a:defRPr>
            </a:pPr>
            <a:endParaRPr/>
          </a:p>
        </p:txBody>
      </p:sp>
      <p:sp>
        <p:nvSpPr>
          <p:cNvPr id="2" name="Title 1"/>
          <p:cNvSpPr>
            <a:spLocks noGrp="1"/>
          </p:cNvSpPr>
          <p:nvPr>
            <p:ph type="title"/>
          </p:nvPr>
        </p:nvSpPr>
        <p:spPr>
          <a:xfrm>
            <a:off x="1702116" y="1121448"/>
            <a:ext cx="5594034" cy="2110382"/>
          </a:xfrm>
        </p:spPr>
        <p:txBody>
          <a:bodyPr anchor="b">
            <a:normAutofit/>
          </a:bodyPr>
          <a:lstStyle>
            <a:lvl1pPr algn="ctr">
              <a:defRPr sz="6000" b="0" cap="none">
                <a:solidFill>
                  <a:schemeClr val="tx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692195" y="3231830"/>
            <a:ext cx="5603955" cy="860400"/>
          </a:xfrm>
        </p:spPr>
        <p:txBody>
          <a:bodyPr anchor="t">
            <a:normAutofit/>
          </a:bodyPr>
          <a:lstStyle>
            <a:lvl1pPr marL="0" indent="0" algn="ctr">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7" name="Date Placeholder 3">
            <a:extLst>
              <a:ext uri="{FF2B5EF4-FFF2-40B4-BE49-F238E27FC236}">
                <a16:creationId xmlns:a16="http://schemas.microsoft.com/office/drawing/2014/main" xmlns="" id="{6B5FA340-7420-BB91-9D15-2C1D88A027A3}"/>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2"/>
                </a:solidFill>
              </a:defRPr>
            </a:lvl1pPr>
          </a:lstStyle>
          <a:p>
            <a:fld id="{5BCAD085-E8A6-8845-BD4E-CB4CCA059FC4}" type="datetimeFigureOut">
              <a:rPr lang="en-US" smtClean="0"/>
              <a:t>15-Feb-25</a:t>
            </a:fld>
            <a:endParaRPr lang="en-US"/>
          </a:p>
        </p:txBody>
      </p:sp>
      <p:sp>
        <p:nvSpPr>
          <p:cNvPr id="14" name="Footer Placeholder 4">
            <a:extLst>
              <a:ext uri="{FF2B5EF4-FFF2-40B4-BE49-F238E27FC236}">
                <a16:creationId xmlns:a16="http://schemas.microsoft.com/office/drawing/2014/main" xmlns="" id="{76A478AA-7512-DD07-182B-6B194DBF2793}"/>
              </a:ext>
            </a:extLst>
          </p:cNvPr>
          <p:cNvSpPr>
            <a:spLocks noGrp="1"/>
          </p:cNvSpPr>
          <p:nvPr>
            <p:ph type="ftr" sz="quarter" idx="3"/>
          </p:nvPr>
        </p:nvSpPr>
        <p:spPr>
          <a:xfrm>
            <a:off x="4381500" y="6356351"/>
            <a:ext cx="3248025" cy="365125"/>
          </a:xfrm>
          <a:prstGeom prst="rect">
            <a:avLst/>
          </a:prstGeom>
        </p:spPr>
        <p:txBody>
          <a:bodyPr vert="horz" lIns="91440" tIns="45720" rIns="91440" bIns="45720" rtlCol="0" anchor="ctr"/>
          <a:lstStyle>
            <a:lvl1pPr algn="l">
              <a:defRPr sz="1200">
                <a:solidFill>
                  <a:schemeClr val="bg1">
                    <a:lumMod val="50000"/>
                  </a:schemeClr>
                </a:solidFill>
              </a:defRPr>
            </a:lvl1pPr>
          </a:lstStyle>
          <a:p>
            <a:endParaRPr lang="en-US"/>
          </a:p>
        </p:txBody>
      </p:sp>
      <p:sp>
        <p:nvSpPr>
          <p:cNvPr id="15" name="Slide Number Placeholder 5">
            <a:extLst>
              <a:ext uri="{FF2B5EF4-FFF2-40B4-BE49-F238E27FC236}">
                <a16:creationId xmlns:a16="http://schemas.microsoft.com/office/drawing/2014/main" xmlns="" id="{41F75A2E-CD9D-7B2B-3D19-BB0DE700F96A}"/>
              </a:ext>
            </a:extLst>
          </p:cNvPr>
          <p:cNvSpPr>
            <a:spLocks noGrp="1"/>
          </p:cNvSpPr>
          <p:nvPr>
            <p:ph type="sldNum" sz="quarter" idx="4"/>
          </p:nvPr>
        </p:nvSpPr>
        <p:spPr>
          <a:xfrm>
            <a:off x="7810500" y="6356351"/>
            <a:ext cx="704850" cy="365125"/>
          </a:xfrm>
          <a:prstGeom prst="rect">
            <a:avLst/>
          </a:prstGeom>
        </p:spPr>
        <p:txBody>
          <a:bodyPr vert="horz" lIns="91440" tIns="45720" rIns="91440" bIns="45720" rtlCol="0" anchor="ctr"/>
          <a:lstStyle>
            <a:lvl1pPr algn="r">
              <a:defRPr sz="1200">
                <a:solidFill>
                  <a:schemeClr val="bg1">
                    <a:lumMod val="50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762318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2">
    <p:spTree>
      <p:nvGrpSpPr>
        <p:cNvPr id="1" name=""/>
        <p:cNvGrpSpPr/>
        <p:nvPr/>
      </p:nvGrpSpPr>
      <p:grpSpPr>
        <a:xfrm>
          <a:off x="0" y="0"/>
          <a:ext cx="0" cy="0"/>
          <a:chOff x="0" y="0"/>
          <a:chExt cx="0" cy="0"/>
        </a:xfrm>
      </p:grpSpPr>
      <p:sp>
        <p:nvSpPr>
          <p:cNvPr id="15" name="Rectangle">
            <a:extLst>
              <a:ext uri="{FF2B5EF4-FFF2-40B4-BE49-F238E27FC236}">
                <a16:creationId xmlns:a16="http://schemas.microsoft.com/office/drawing/2014/main" xmlns="" id="{8D79C516-66CB-544F-9564-515906131AB8}"/>
              </a:ext>
            </a:extLst>
          </p:cNvPr>
          <p:cNvSpPr/>
          <p:nvPr/>
        </p:nvSpPr>
        <p:spPr>
          <a:xfrm>
            <a:off x="1" y="0"/>
            <a:ext cx="9144001" cy="6858000"/>
          </a:xfrm>
          <a:prstGeom prst="rect">
            <a:avLst/>
          </a:prstGeom>
          <a:solidFill>
            <a:schemeClr val="tx2"/>
          </a:solidFill>
          <a:ln w="12700">
            <a:miter lim="400000"/>
          </a:ln>
        </p:spPr>
        <p:txBody>
          <a:bodyPr lIns="38100" tIns="38100" rIns="38100" bIns="38100" anchor="ctr"/>
          <a:lstStyle/>
          <a:p>
            <a:pPr>
              <a:defRPr sz="3000">
                <a:solidFill>
                  <a:srgbClr val="FFFFFF"/>
                </a:solidFill>
              </a:defRPr>
            </a:pPr>
            <a:endParaRPr/>
          </a:p>
        </p:txBody>
      </p:sp>
      <p:sp>
        <p:nvSpPr>
          <p:cNvPr id="17" name="Shape">
            <a:extLst>
              <a:ext uri="{FF2B5EF4-FFF2-40B4-BE49-F238E27FC236}">
                <a16:creationId xmlns:a16="http://schemas.microsoft.com/office/drawing/2014/main" xmlns="" id="{992FC357-3CB9-0A4A-9F72-83D56A51EABE}"/>
              </a:ext>
            </a:extLst>
          </p:cNvPr>
          <p:cNvSpPr/>
          <p:nvPr/>
        </p:nvSpPr>
        <p:spPr>
          <a:xfrm>
            <a:off x="-2" y="1"/>
            <a:ext cx="8257877" cy="682499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7109"/>
                </a:lnTo>
                <a:lnTo>
                  <a:pt x="0" y="21600"/>
                </a:lnTo>
                <a:lnTo>
                  <a:pt x="21600" y="0"/>
                </a:lnTo>
                <a:close/>
              </a:path>
            </a:pathLst>
          </a:custGeom>
          <a:solidFill>
            <a:schemeClr val="bg2"/>
          </a:solidFill>
          <a:ln w="12700">
            <a:miter lim="400000"/>
          </a:ln>
        </p:spPr>
        <p:txBody>
          <a:bodyPr lIns="38100" tIns="38100" rIns="38100" bIns="38100" anchor="ctr"/>
          <a:lstStyle/>
          <a:p>
            <a:pPr>
              <a:defRPr sz="3000">
                <a:solidFill>
                  <a:srgbClr val="FFFFFF"/>
                </a:solidFill>
              </a:defRPr>
            </a:pPr>
            <a:endParaRPr/>
          </a:p>
        </p:txBody>
      </p:sp>
      <p:sp>
        <p:nvSpPr>
          <p:cNvPr id="18" name="Shape">
            <a:extLst>
              <a:ext uri="{FF2B5EF4-FFF2-40B4-BE49-F238E27FC236}">
                <a16:creationId xmlns:a16="http://schemas.microsoft.com/office/drawing/2014/main" xmlns="" id="{3CD17CBE-51FA-D546-9393-6C02D54986CB}"/>
              </a:ext>
            </a:extLst>
          </p:cNvPr>
          <p:cNvSpPr/>
          <p:nvPr/>
        </p:nvSpPr>
        <p:spPr>
          <a:xfrm>
            <a:off x="852034" y="132015"/>
            <a:ext cx="6628622" cy="6550359"/>
          </a:xfrm>
          <a:custGeom>
            <a:avLst/>
            <a:gdLst/>
            <a:ahLst/>
            <a:cxnLst>
              <a:cxn ang="0">
                <a:pos x="wd2" y="hd2"/>
              </a:cxn>
              <a:cxn ang="5400000">
                <a:pos x="wd2" y="hd2"/>
              </a:cxn>
              <a:cxn ang="10800000">
                <a:pos x="wd2" y="hd2"/>
              </a:cxn>
              <a:cxn ang="16200000">
                <a:pos x="wd2" y="hd2"/>
              </a:cxn>
            </a:cxnLst>
            <a:rect l="0" t="0" r="r" b="b"/>
            <a:pathLst>
              <a:path w="21600" h="21329" extrusionOk="0">
                <a:moveTo>
                  <a:pt x="16535" y="2885"/>
                </a:moveTo>
                <a:lnTo>
                  <a:pt x="16535" y="1047"/>
                </a:lnTo>
                <a:cubicBezTo>
                  <a:pt x="16535" y="649"/>
                  <a:pt x="16204" y="402"/>
                  <a:pt x="15946" y="617"/>
                </a:cubicBezTo>
                <a:lnTo>
                  <a:pt x="3896" y="10611"/>
                </a:lnTo>
                <a:cubicBezTo>
                  <a:pt x="3783" y="10708"/>
                  <a:pt x="3718" y="10869"/>
                  <a:pt x="3718" y="11041"/>
                </a:cubicBezTo>
                <a:lnTo>
                  <a:pt x="3718" y="14147"/>
                </a:lnTo>
                <a:cubicBezTo>
                  <a:pt x="3718" y="14319"/>
                  <a:pt x="3654" y="14491"/>
                  <a:pt x="3541" y="14577"/>
                </a:cubicBezTo>
                <a:lnTo>
                  <a:pt x="3033" y="14996"/>
                </a:lnTo>
                <a:cubicBezTo>
                  <a:pt x="2920" y="15092"/>
                  <a:pt x="2855" y="15254"/>
                  <a:pt x="2855" y="15426"/>
                </a:cubicBezTo>
                <a:lnTo>
                  <a:pt x="2855" y="16382"/>
                </a:lnTo>
                <a:cubicBezTo>
                  <a:pt x="2855" y="16554"/>
                  <a:pt x="2791" y="16726"/>
                  <a:pt x="2678" y="16812"/>
                </a:cubicBezTo>
                <a:lnTo>
                  <a:pt x="177" y="18886"/>
                </a:lnTo>
                <a:cubicBezTo>
                  <a:pt x="65" y="18983"/>
                  <a:pt x="0" y="19144"/>
                  <a:pt x="0" y="19316"/>
                </a:cubicBezTo>
                <a:lnTo>
                  <a:pt x="0" y="20143"/>
                </a:lnTo>
                <a:cubicBezTo>
                  <a:pt x="0" y="20541"/>
                  <a:pt x="331" y="20788"/>
                  <a:pt x="589" y="20573"/>
                </a:cubicBezTo>
                <a:lnTo>
                  <a:pt x="2283" y="19165"/>
                </a:lnTo>
                <a:cubicBezTo>
                  <a:pt x="2541" y="18950"/>
                  <a:pt x="2871" y="19198"/>
                  <a:pt x="2871" y="19595"/>
                </a:cubicBezTo>
                <a:lnTo>
                  <a:pt x="2871" y="20820"/>
                </a:lnTo>
                <a:cubicBezTo>
                  <a:pt x="2871" y="21218"/>
                  <a:pt x="3202" y="21465"/>
                  <a:pt x="3460" y="21250"/>
                </a:cubicBezTo>
                <a:lnTo>
                  <a:pt x="21423" y="6356"/>
                </a:lnTo>
                <a:cubicBezTo>
                  <a:pt x="21535" y="6259"/>
                  <a:pt x="21600" y="6098"/>
                  <a:pt x="21600" y="5926"/>
                </a:cubicBezTo>
                <a:lnTo>
                  <a:pt x="21600" y="510"/>
                </a:lnTo>
                <a:cubicBezTo>
                  <a:pt x="21600" y="112"/>
                  <a:pt x="21269" y="-135"/>
                  <a:pt x="21011" y="80"/>
                </a:cubicBezTo>
                <a:lnTo>
                  <a:pt x="17140" y="3293"/>
                </a:lnTo>
                <a:cubicBezTo>
                  <a:pt x="16865" y="3529"/>
                  <a:pt x="16535" y="3282"/>
                  <a:pt x="16535" y="2885"/>
                </a:cubicBezTo>
                <a:close/>
              </a:path>
            </a:pathLst>
          </a:custGeom>
          <a:solidFill>
            <a:schemeClr val="accent1"/>
          </a:solidFill>
          <a:ln w="12700">
            <a:miter lim="400000"/>
          </a:ln>
        </p:spPr>
        <p:txBody>
          <a:bodyPr lIns="38100" tIns="38100" rIns="38100" bIns="38100" anchor="ctr"/>
          <a:lstStyle/>
          <a:p>
            <a:pPr>
              <a:defRPr sz="3000">
                <a:solidFill>
                  <a:srgbClr val="FFFFFF"/>
                </a:solidFill>
              </a:defRPr>
            </a:pPr>
            <a:endParaRPr/>
          </a:p>
        </p:txBody>
      </p:sp>
      <p:sp>
        <p:nvSpPr>
          <p:cNvPr id="19" name="Shape">
            <a:extLst>
              <a:ext uri="{FF2B5EF4-FFF2-40B4-BE49-F238E27FC236}">
                <a16:creationId xmlns:a16="http://schemas.microsoft.com/office/drawing/2014/main" xmlns="" id="{D6CF8473-FC28-9946-ABCA-D6B56D8D06DC}"/>
              </a:ext>
            </a:extLst>
          </p:cNvPr>
          <p:cNvSpPr/>
          <p:nvPr/>
        </p:nvSpPr>
        <p:spPr>
          <a:xfrm>
            <a:off x="0" y="1947168"/>
            <a:ext cx="1759881" cy="1955068"/>
          </a:xfrm>
          <a:custGeom>
            <a:avLst/>
            <a:gdLst/>
            <a:ahLst/>
            <a:cxnLst>
              <a:cxn ang="0">
                <a:pos x="wd2" y="hd2"/>
              </a:cxn>
              <a:cxn ang="5400000">
                <a:pos x="wd2" y="hd2"/>
              </a:cxn>
              <a:cxn ang="10800000">
                <a:pos x="wd2" y="hd2"/>
              </a:cxn>
              <a:cxn ang="16200000">
                <a:pos x="wd2" y="hd2"/>
              </a:cxn>
            </a:cxnLst>
            <a:rect l="0" t="0" r="r" b="b"/>
            <a:pathLst>
              <a:path w="21600" h="21150" extrusionOk="0">
                <a:moveTo>
                  <a:pt x="30" y="21150"/>
                </a:moveTo>
                <a:lnTo>
                  <a:pt x="20932" y="5869"/>
                </a:lnTo>
                <a:cubicBezTo>
                  <a:pt x="21357" y="5548"/>
                  <a:pt x="21600" y="5012"/>
                  <a:pt x="21600" y="4441"/>
                </a:cubicBezTo>
                <a:lnTo>
                  <a:pt x="21600" y="1692"/>
                </a:lnTo>
                <a:cubicBezTo>
                  <a:pt x="21600" y="371"/>
                  <a:pt x="20354" y="-450"/>
                  <a:pt x="19382" y="264"/>
                </a:cubicBezTo>
                <a:lnTo>
                  <a:pt x="0" y="14438"/>
                </a:lnTo>
                <a:lnTo>
                  <a:pt x="0" y="21150"/>
                </a:lnTo>
                <a:close/>
              </a:path>
            </a:pathLst>
          </a:custGeom>
          <a:solidFill>
            <a:schemeClr val="accent1"/>
          </a:solidFill>
          <a:ln w="12700">
            <a:miter lim="400000"/>
          </a:ln>
        </p:spPr>
        <p:txBody>
          <a:bodyPr lIns="38100" tIns="38100" rIns="38100" bIns="38100" anchor="ctr"/>
          <a:lstStyle/>
          <a:p>
            <a:pPr>
              <a:defRPr sz="3000">
                <a:solidFill>
                  <a:srgbClr val="FFFFFF"/>
                </a:solidFill>
              </a:defRPr>
            </a:pPr>
            <a:endParaRPr/>
          </a:p>
        </p:txBody>
      </p:sp>
      <p:sp>
        <p:nvSpPr>
          <p:cNvPr id="20" name="Shape">
            <a:extLst>
              <a:ext uri="{FF2B5EF4-FFF2-40B4-BE49-F238E27FC236}">
                <a16:creationId xmlns:a16="http://schemas.microsoft.com/office/drawing/2014/main" xmlns="" id="{A2F8A15B-1FFC-2B48-9A4C-0FD55918283A}"/>
              </a:ext>
            </a:extLst>
          </p:cNvPr>
          <p:cNvSpPr/>
          <p:nvPr/>
        </p:nvSpPr>
        <p:spPr>
          <a:xfrm>
            <a:off x="6792548" y="5643488"/>
            <a:ext cx="1103948" cy="1052087"/>
          </a:xfrm>
          <a:custGeom>
            <a:avLst/>
            <a:gdLst/>
            <a:ahLst/>
            <a:cxnLst>
              <a:cxn ang="0">
                <a:pos x="wd2" y="hd2"/>
              </a:cxn>
              <a:cxn ang="5400000">
                <a:pos x="wd2" y="hd2"/>
              </a:cxn>
              <a:cxn ang="10800000">
                <a:pos x="wd2" y="hd2"/>
              </a:cxn>
              <a:cxn ang="16200000">
                <a:pos x="wd2" y="hd2"/>
              </a:cxn>
            </a:cxnLst>
            <a:rect l="0" t="0" r="r" b="b"/>
            <a:pathLst>
              <a:path w="21600" h="20017" extrusionOk="0">
                <a:moveTo>
                  <a:pt x="3535" y="19552"/>
                </a:moveTo>
                <a:lnTo>
                  <a:pt x="20535" y="5864"/>
                </a:lnTo>
                <a:cubicBezTo>
                  <a:pt x="21213" y="5299"/>
                  <a:pt x="21600" y="4357"/>
                  <a:pt x="21600" y="3352"/>
                </a:cubicBezTo>
                <a:lnTo>
                  <a:pt x="21600" y="2975"/>
                </a:lnTo>
                <a:cubicBezTo>
                  <a:pt x="21600" y="652"/>
                  <a:pt x="19614" y="-792"/>
                  <a:pt x="18065" y="464"/>
                </a:cubicBezTo>
                <a:lnTo>
                  <a:pt x="1065" y="14152"/>
                </a:lnTo>
                <a:cubicBezTo>
                  <a:pt x="387" y="14717"/>
                  <a:pt x="0" y="15659"/>
                  <a:pt x="0" y="16664"/>
                </a:cubicBezTo>
                <a:lnTo>
                  <a:pt x="0" y="17041"/>
                </a:lnTo>
                <a:cubicBezTo>
                  <a:pt x="48" y="19364"/>
                  <a:pt x="2034" y="20808"/>
                  <a:pt x="3535" y="19552"/>
                </a:cubicBezTo>
                <a:close/>
              </a:path>
            </a:pathLst>
          </a:custGeom>
          <a:solidFill>
            <a:schemeClr val="accent1"/>
          </a:solidFill>
          <a:ln w="12700">
            <a:miter lim="400000"/>
          </a:ln>
        </p:spPr>
        <p:txBody>
          <a:bodyPr lIns="38100" tIns="38100" rIns="38100" bIns="38100" anchor="ctr"/>
          <a:lstStyle/>
          <a:p>
            <a:pPr>
              <a:defRPr sz="3000">
                <a:solidFill>
                  <a:srgbClr val="FFFFFF"/>
                </a:solidFill>
              </a:defRPr>
            </a:pPr>
            <a:endParaRPr/>
          </a:p>
        </p:txBody>
      </p:sp>
      <p:sp>
        <p:nvSpPr>
          <p:cNvPr id="21" name="Shape">
            <a:extLst>
              <a:ext uri="{FF2B5EF4-FFF2-40B4-BE49-F238E27FC236}">
                <a16:creationId xmlns:a16="http://schemas.microsoft.com/office/drawing/2014/main" xmlns="" id="{F8504438-DB4E-9F40-99DE-B0C15BCF3296}"/>
              </a:ext>
            </a:extLst>
          </p:cNvPr>
          <p:cNvSpPr/>
          <p:nvPr/>
        </p:nvSpPr>
        <p:spPr>
          <a:xfrm>
            <a:off x="7386598" y="1353120"/>
            <a:ext cx="1757402" cy="1955063"/>
          </a:xfrm>
          <a:custGeom>
            <a:avLst/>
            <a:gdLst/>
            <a:ahLst/>
            <a:cxnLst>
              <a:cxn ang="0">
                <a:pos x="wd2" y="hd2"/>
              </a:cxn>
              <a:cxn ang="5400000">
                <a:pos x="wd2" y="hd2"/>
              </a:cxn>
              <a:cxn ang="10800000">
                <a:pos x="wd2" y="hd2"/>
              </a:cxn>
              <a:cxn ang="16200000">
                <a:pos x="wd2" y="hd2"/>
              </a:cxn>
            </a:cxnLst>
            <a:rect l="0" t="0" r="r" b="b"/>
            <a:pathLst>
              <a:path w="21600" h="21150" extrusionOk="0">
                <a:moveTo>
                  <a:pt x="2190" y="20886"/>
                </a:moveTo>
                <a:lnTo>
                  <a:pt x="21600" y="6712"/>
                </a:lnTo>
                <a:lnTo>
                  <a:pt x="21600" y="0"/>
                </a:lnTo>
                <a:lnTo>
                  <a:pt x="669" y="15281"/>
                </a:lnTo>
                <a:cubicBezTo>
                  <a:pt x="243" y="15602"/>
                  <a:pt x="0" y="16138"/>
                  <a:pt x="0" y="16709"/>
                </a:cubicBezTo>
                <a:lnTo>
                  <a:pt x="0" y="19458"/>
                </a:lnTo>
                <a:cubicBezTo>
                  <a:pt x="0" y="20779"/>
                  <a:pt x="1247" y="21600"/>
                  <a:pt x="2190" y="20886"/>
                </a:cubicBezTo>
                <a:close/>
              </a:path>
            </a:pathLst>
          </a:custGeom>
          <a:solidFill>
            <a:schemeClr val="accent1"/>
          </a:solidFill>
          <a:ln w="12700">
            <a:miter lim="400000"/>
          </a:ln>
        </p:spPr>
        <p:txBody>
          <a:bodyPr lIns="38100" tIns="38100" rIns="38100" bIns="38100" anchor="ctr"/>
          <a:lstStyle/>
          <a:p>
            <a:pPr>
              <a:defRPr sz="3000">
                <a:solidFill>
                  <a:srgbClr val="FFFFFF"/>
                </a:solidFill>
              </a:defRPr>
            </a:pPr>
            <a:endParaRPr/>
          </a:p>
        </p:txBody>
      </p:sp>
      <p:sp>
        <p:nvSpPr>
          <p:cNvPr id="22" name="Shape">
            <a:extLst>
              <a:ext uri="{FF2B5EF4-FFF2-40B4-BE49-F238E27FC236}">
                <a16:creationId xmlns:a16="http://schemas.microsoft.com/office/drawing/2014/main" xmlns="" id="{66134BA9-1C99-7340-89A1-8DC30546D390}"/>
              </a:ext>
            </a:extLst>
          </p:cNvPr>
          <p:cNvSpPr/>
          <p:nvPr/>
        </p:nvSpPr>
        <p:spPr>
          <a:xfrm>
            <a:off x="5500148" y="2770221"/>
            <a:ext cx="1044544" cy="982781"/>
          </a:xfrm>
          <a:custGeom>
            <a:avLst/>
            <a:gdLst/>
            <a:ahLst/>
            <a:cxnLst>
              <a:cxn ang="0">
                <a:pos x="wd2" y="hd2"/>
              </a:cxn>
              <a:cxn ang="5400000">
                <a:pos x="wd2" y="hd2"/>
              </a:cxn>
              <a:cxn ang="10800000">
                <a:pos x="wd2" y="hd2"/>
              </a:cxn>
              <a:cxn ang="16200000">
                <a:pos x="wd2" y="hd2"/>
              </a:cxn>
            </a:cxnLst>
            <a:rect l="0" t="0" r="r" b="b"/>
            <a:pathLst>
              <a:path w="21600" h="19914" extrusionOk="0">
                <a:moveTo>
                  <a:pt x="3737" y="19420"/>
                </a:moveTo>
                <a:lnTo>
                  <a:pt x="20474" y="5844"/>
                </a:lnTo>
                <a:cubicBezTo>
                  <a:pt x="21191" y="5242"/>
                  <a:pt x="21600" y="4239"/>
                  <a:pt x="21600" y="3169"/>
                </a:cubicBezTo>
                <a:lnTo>
                  <a:pt x="21600" y="3169"/>
                </a:lnTo>
                <a:cubicBezTo>
                  <a:pt x="21600" y="695"/>
                  <a:pt x="19501" y="-843"/>
                  <a:pt x="17863" y="494"/>
                </a:cubicBezTo>
                <a:lnTo>
                  <a:pt x="1126" y="14070"/>
                </a:lnTo>
                <a:cubicBezTo>
                  <a:pt x="409" y="14672"/>
                  <a:pt x="0" y="15675"/>
                  <a:pt x="0" y="16745"/>
                </a:cubicBezTo>
                <a:lnTo>
                  <a:pt x="0" y="16745"/>
                </a:lnTo>
                <a:cubicBezTo>
                  <a:pt x="51" y="19219"/>
                  <a:pt x="2150" y="20757"/>
                  <a:pt x="3737" y="19420"/>
                </a:cubicBezTo>
                <a:close/>
              </a:path>
            </a:pathLst>
          </a:custGeom>
          <a:solidFill>
            <a:schemeClr val="bg2"/>
          </a:solidFill>
          <a:ln w="12700">
            <a:miter lim="400000"/>
          </a:ln>
        </p:spPr>
        <p:txBody>
          <a:bodyPr lIns="38100" tIns="38100" rIns="38100" bIns="38100" anchor="ctr"/>
          <a:lstStyle/>
          <a:p>
            <a:pPr>
              <a:defRPr sz="3000">
                <a:solidFill>
                  <a:srgbClr val="FFFFFF"/>
                </a:solidFill>
              </a:defRPr>
            </a:pPr>
            <a:endParaRPr/>
          </a:p>
        </p:txBody>
      </p:sp>
      <p:sp>
        <p:nvSpPr>
          <p:cNvPr id="23" name="Shape">
            <a:extLst>
              <a:ext uri="{FF2B5EF4-FFF2-40B4-BE49-F238E27FC236}">
                <a16:creationId xmlns:a16="http://schemas.microsoft.com/office/drawing/2014/main" xmlns="" id="{DCA4ED27-DA5F-9D4D-8610-D6E59FAF1A9C}"/>
              </a:ext>
            </a:extLst>
          </p:cNvPr>
          <p:cNvSpPr/>
          <p:nvPr/>
        </p:nvSpPr>
        <p:spPr>
          <a:xfrm>
            <a:off x="2411418" y="5379466"/>
            <a:ext cx="1044544" cy="981383"/>
          </a:xfrm>
          <a:custGeom>
            <a:avLst/>
            <a:gdLst/>
            <a:ahLst/>
            <a:cxnLst>
              <a:cxn ang="0">
                <a:pos x="wd2" y="hd2"/>
              </a:cxn>
              <a:cxn ang="5400000">
                <a:pos x="wd2" y="hd2"/>
              </a:cxn>
              <a:cxn ang="10800000">
                <a:pos x="wd2" y="hd2"/>
              </a:cxn>
              <a:cxn ang="16200000">
                <a:pos x="wd2" y="hd2"/>
              </a:cxn>
            </a:cxnLst>
            <a:rect l="0" t="0" r="r" b="b"/>
            <a:pathLst>
              <a:path w="21600" h="19947" extrusionOk="0">
                <a:moveTo>
                  <a:pt x="3737" y="19479"/>
                </a:moveTo>
                <a:lnTo>
                  <a:pt x="20474" y="5862"/>
                </a:lnTo>
                <a:cubicBezTo>
                  <a:pt x="21191" y="5258"/>
                  <a:pt x="21600" y="4252"/>
                  <a:pt x="21600" y="3179"/>
                </a:cubicBezTo>
                <a:lnTo>
                  <a:pt x="21600" y="3179"/>
                </a:lnTo>
                <a:cubicBezTo>
                  <a:pt x="21600" y="697"/>
                  <a:pt x="19501" y="-846"/>
                  <a:pt x="17864" y="496"/>
                </a:cubicBezTo>
                <a:lnTo>
                  <a:pt x="1126" y="14113"/>
                </a:lnTo>
                <a:cubicBezTo>
                  <a:pt x="410" y="14717"/>
                  <a:pt x="0" y="15723"/>
                  <a:pt x="0" y="16796"/>
                </a:cubicBezTo>
                <a:lnTo>
                  <a:pt x="0" y="16796"/>
                </a:lnTo>
                <a:cubicBezTo>
                  <a:pt x="0" y="19278"/>
                  <a:pt x="2099" y="20754"/>
                  <a:pt x="3737" y="19479"/>
                </a:cubicBezTo>
                <a:close/>
              </a:path>
            </a:pathLst>
          </a:custGeom>
          <a:solidFill>
            <a:srgbClr val="FFFFFF"/>
          </a:solidFill>
          <a:ln w="12700">
            <a:miter lim="400000"/>
          </a:ln>
        </p:spPr>
        <p:txBody>
          <a:bodyPr lIns="38100" tIns="38100" rIns="38100" bIns="38100" anchor="ctr"/>
          <a:lstStyle/>
          <a:p>
            <a:pPr>
              <a:defRPr sz="3000">
                <a:solidFill>
                  <a:srgbClr val="FFFFFF"/>
                </a:solidFill>
              </a:defRPr>
            </a:pPr>
            <a:endParaRPr/>
          </a:p>
        </p:txBody>
      </p:sp>
      <p:sp>
        <p:nvSpPr>
          <p:cNvPr id="10" name="Shape">
            <a:extLst>
              <a:ext uri="{FF2B5EF4-FFF2-40B4-BE49-F238E27FC236}">
                <a16:creationId xmlns:a16="http://schemas.microsoft.com/office/drawing/2014/main" xmlns="" id="{718C5A0E-4736-CB47-B68A-807A3D114BE2}"/>
              </a:ext>
            </a:extLst>
          </p:cNvPr>
          <p:cNvSpPr/>
          <p:nvPr/>
        </p:nvSpPr>
        <p:spPr>
          <a:xfrm>
            <a:off x="8101935" y="3333288"/>
            <a:ext cx="1042066" cy="1110193"/>
          </a:xfrm>
          <a:custGeom>
            <a:avLst/>
            <a:gdLst/>
            <a:ahLst/>
            <a:cxnLst>
              <a:cxn ang="0">
                <a:pos x="wd2" y="hd2"/>
              </a:cxn>
              <a:cxn ang="5400000">
                <a:pos x="wd2" y="hd2"/>
              </a:cxn>
              <a:cxn ang="10800000">
                <a:pos x="wd2" y="hd2"/>
              </a:cxn>
              <a:cxn ang="16200000">
                <a:pos x="wd2" y="hd2"/>
              </a:cxn>
            </a:cxnLst>
            <a:rect l="0" t="0" r="r" b="b"/>
            <a:pathLst>
              <a:path w="21600" h="20820" extrusionOk="0">
                <a:moveTo>
                  <a:pt x="3694" y="20362"/>
                </a:moveTo>
                <a:lnTo>
                  <a:pt x="21600" y="6932"/>
                </a:lnTo>
                <a:lnTo>
                  <a:pt x="21600" y="0"/>
                </a:lnTo>
                <a:lnTo>
                  <a:pt x="1129" y="15411"/>
                </a:lnTo>
                <a:cubicBezTo>
                  <a:pt x="410" y="15968"/>
                  <a:pt x="0" y="16896"/>
                  <a:pt x="0" y="17887"/>
                </a:cubicBezTo>
                <a:lnTo>
                  <a:pt x="0" y="17887"/>
                </a:lnTo>
                <a:cubicBezTo>
                  <a:pt x="0" y="20176"/>
                  <a:pt x="2104" y="21600"/>
                  <a:pt x="3694" y="20362"/>
                </a:cubicBezTo>
                <a:close/>
              </a:path>
            </a:pathLst>
          </a:custGeom>
          <a:solidFill>
            <a:schemeClr val="bg2"/>
          </a:solidFill>
          <a:ln w="12700">
            <a:miter lim="400000"/>
          </a:ln>
        </p:spPr>
        <p:txBody>
          <a:bodyPr lIns="38100" tIns="38100" rIns="38100" bIns="38100" anchor="ctr"/>
          <a:lstStyle/>
          <a:p>
            <a:pPr>
              <a:defRPr sz="3000">
                <a:solidFill>
                  <a:srgbClr val="FFFFFF"/>
                </a:solidFill>
              </a:defRPr>
            </a:pPr>
            <a:endParaRPr/>
          </a:p>
        </p:txBody>
      </p:sp>
      <p:sp>
        <p:nvSpPr>
          <p:cNvPr id="2" name="Title 1"/>
          <p:cNvSpPr>
            <a:spLocks noGrp="1"/>
          </p:cNvSpPr>
          <p:nvPr>
            <p:ph type="title"/>
          </p:nvPr>
        </p:nvSpPr>
        <p:spPr>
          <a:xfrm rot="19695877">
            <a:off x="1412673" y="1638529"/>
            <a:ext cx="5248820" cy="2081820"/>
          </a:xfrm>
        </p:spPr>
        <p:txBody>
          <a:bodyPr anchor="b">
            <a:noAutofit/>
          </a:bodyPr>
          <a:lstStyle>
            <a:lvl1pPr algn="ctr">
              <a:defRPr sz="6000" b="0" cap="none">
                <a:solidFill>
                  <a:schemeClr val="tx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rot="19695874">
            <a:off x="1509043" y="3560100"/>
            <a:ext cx="6199398" cy="764172"/>
          </a:xfrm>
        </p:spPr>
        <p:txBody>
          <a:bodyPr anchor="t">
            <a:noAutofit/>
          </a:bodyPr>
          <a:lstStyle>
            <a:lvl1pPr marL="0" indent="0" algn="ctr">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7" name="Date Placeholder 3">
            <a:extLst>
              <a:ext uri="{FF2B5EF4-FFF2-40B4-BE49-F238E27FC236}">
                <a16:creationId xmlns:a16="http://schemas.microsoft.com/office/drawing/2014/main" xmlns="" id="{512F3F0B-F40F-92D9-B1D2-E945CB22B165}"/>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bg1">
                    <a:lumMod val="50000"/>
                  </a:schemeClr>
                </a:solidFill>
              </a:defRPr>
            </a:lvl1pPr>
          </a:lstStyle>
          <a:p>
            <a:fld id="{5BCAD085-E8A6-8845-BD4E-CB4CCA059FC4}" type="datetimeFigureOut">
              <a:rPr lang="en-US" smtClean="0"/>
              <a:t>15-Feb-25</a:t>
            </a:fld>
            <a:endParaRPr lang="en-US"/>
          </a:p>
        </p:txBody>
      </p:sp>
      <p:sp>
        <p:nvSpPr>
          <p:cNvPr id="8" name="Footer Placeholder 4">
            <a:extLst>
              <a:ext uri="{FF2B5EF4-FFF2-40B4-BE49-F238E27FC236}">
                <a16:creationId xmlns:a16="http://schemas.microsoft.com/office/drawing/2014/main" xmlns="" id="{113ED2B7-E4A4-352F-B6A4-D90AEAF192C7}"/>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bg1">
                    <a:lumMod val="50000"/>
                  </a:schemeClr>
                </a:solidFill>
              </a:defRPr>
            </a:lvl1pPr>
          </a:lstStyle>
          <a:p>
            <a:endParaRPr lang="en-US"/>
          </a:p>
        </p:txBody>
      </p:sp>
      <p:sp>
        <p:nvSpPr>
          <p:cNvPr id="9" name="Slide Number Placeholder 5">
            <a:extLst>
              <a:ext uri="{FF2B5EF4-FFF2-40B4-BE49-F238E27FC236}">
                <a16:creationId xmlns:a16="http://schemas.microsoft.com/office/drawing/2014/main" xmlns="" id="{F0492671-5457-8F5D-A094-C856FFC4F7CD}"/>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bg1">
                    <a:lumMod val="50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659791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losing">
    <p:bg>
      <p:bgPr>
        <a:solidFill>
          <a:schemeClr val="bg2"/>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xmlns="" id="{1907DC5D-4F3E-4A99-A621-6F93F32265C8}"/>
              </a:ext>
            </a:extLst>
          </p:cNvPr>
          <p:cNvSpPr>
            <a:spLocks noGrp="1"/>
          </p:cNvSpPr>
          <p:nvPr>
            <p:ph type="title"/>
          </p:nvPr>
        </p:nvSpPr>
        <p:spPr>
          <a:xfrm>
            <a:off x="623888" y="1709739"/>
            <a:ext cx="7886700" cy="2852737"/>
          </a:xfrm>
        </p:spPr>
        <p:txBody>
          <a:bodyPr anchor="b">
            <a:normAutofit/>
          </a:bodyPr>
          <a:lstStyle>
            <a:lvl1pPr>
              <a:defRPr sz="6000"/>
            </a:lvl1pPr>
          </a:lstStyle>
          <a:p>
            <a:r>
              <a:rPr lang="en-US" smtClean="0"/>
              <a:t>Click to edit Master title style</a:t>
            </a:r>
            <a:endParaRPr lang="en-US" dirty="0"/>
          </a:p>
        </p:txBody>
      </p:sp>
      <p:sp>
        <p:nvSpPr>
          <p:cNvPr id="9" name="Text Placeholder 2">
            <a:extLst>
              <a:ext uri="{FF2B5EF4-FFF2-40B4-BE49-F238E27FC236}">
                <a16:creationId xmlns:a16="http://schemas.microsoft.com/office/drawing/2014/main" xmlns="" id="{9DA8F992-7750-4566-AB4F-B2E8F3794CA3}"/>
              </a:ext>
            </a:extLst>
          </p:cNvPr>
          <p:cNvSpPr>
            <a:spLocks noGrp="1"/>
          </p:cNvSpPr>
          <p:nvPr>
            <p:ph type="body" idx="1"/>
          </p:nvPr>
        </p:nvSpPr>
        <p:spPr>
          <a:xfrm>
            <a:off x="623888" y="4589464"/>
            <a:ext cx="7886700" cy="1500187"/>
          </a:xfrm>
        </p:spPr>
        <p:txBody>
          <a:bodyPr>
            <a:normAutofit/>
          </a:bodyPr>
          <a:lstStyle>
            <a:lvl1pPr marL="0" indent="0">
              <a:buNone/>
              <a:defRPr sz="3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10" name="Date Placeholder 3">
            <a:extLst>
              <a:ext uri="{FF2B5EF4-FFF2-40B4-BE49-F238E27FC236}">
                <a16:creationId xmlns:a16="http://schemas.microsoft.com/office/drawing/2014/main" xmlns="" id="{0FEC4993-EF72-4ADC-8D11-1EB7C9409528}"/>
              </a:ext>
            </a:extLst>
          </p:cNvPr>
          <p:cNvSpPr>
            <a:spLocks noGrp="1"/>
          </p:cNvSpPr>
          <p:nvPr>
            <p:ph type="dt" sz="half" idx="10"/>
          </p:nvPr>
        </p:nvSpPr>
        <p:spPr>
          <a:xfrm>
            <a:off x="628650" y="6356351"/>
            <a:ext cx="2057400" cy="365125"/>
          </a:xfrm>
        </p:spPr>
        <p:txBody>
          <a:bodyPr/>
          <a:lstStyle/>
          <a:p>
            <a:fld id="{5BCAD085-E8A6-8845-BD4E-CB4CCA059FC4}" type="datetimeFigureOut">
              <a:rPr lang="en-US" smtClean="0"/>
              <a:t>15-Feb-25</a:t>
            </a:fld>
            <a:endParaRPr lang="en-US"/>
          </a:p>
        </p:txBody>
      </p:sp>
      <p:sp>
        <p:nvSpPr>
          <p:cNvPr id="11" name="Footer Placeholder 4">
            <a:extLst>
              <a:ext uri="{FF2B5EF4-FFF2-40B4-BE49-F238E27FC236}">
                <a16:creationId xmlns:a16="http://schemas.microsoft.com/office/drawing/2014/main" xmlns="" id="{B145FAD1-5607-4570-9675-FE264814964D}"/>
              </a:ext>
            </a:extLst>
          </p:cNvPr>
          <p:cNvSpPr>
            <a:spLocks noGrp="1"/>
          </p:cNvSpPr>
          <p:nvPr>
            <p:ph type="ftr" sz="quarter" idx="11"/>
          </p:nvPr>
        </p:nvSpPr>
        <p:spPr>
          <a:xfrm>
            <a:off x="3028950" y="6356351"/>
            <a:ext cx="3086100" cy="365125"/>
          </a:xfrm>
        </p:spPr>
        <p:txBody>
          <a:bodyPr/>
          <a:lstStyle/>
          <a:p>
            <a:endParaRPr lang="en-US"/>
          </a:p>
        </p:txBody>
      </p:sp>
      <p:sp>
        <p:nvSpPr>
          <p:cNvPr id="12" name="Slide Number Placeholder 5">
            <a:extLst>
              <a:ext uri="{FF2B5EF4-FFF2-40B4-BE49-F238E27FC236}">
                <a16:creationId xmlns:a16="http://schemas.microsoft.com/office/drawing/2014/main" xmlns="" id="{265FB8DD-A34F-4C06-9929-1E68FACD4D00}"/>
              </a:ext>
            </a:extLst>
          </p:cNvPr>
          <p:cNvSpPr>
            <a:spLocks noGrp="1"/>
          </p:cNvSpPr>
          <p:nvPr>
            <p:ph type="sldNum" sz="quarter" idx="12"/>
          </p:nvPr>
        </p:nvSpPr>
        <p:spPr>
          <a:xfrm>
            <a:off x="6457950" y="6356351"/>
            <a:ext cx="2057400" cy="365125"/>
          </a:xfrm>
        </p:spPr>
        <p:txBody>
          <a:bodyPr/>
          <a:lstStyle/>
          <a:p>
            <a:fld id="{C1FF6DA9-008F-8B48-92A6-B652298478BF}" type="slidenum">
              <a:rPr lang="en-US" smtClean="0"/>
              <a:t>‹#›</a:t>
            </a:fld>
            <a:endParaRPr lang="en-US"/>
          </a:p>
        </p:txBody>
      </p:sp>
      <p:sp>
        <p:nvSpPr>
          <p:cNvPr id="19" name="Picture Placeholder 18">
            <a:extLst>
              <a:ext uri="{FF2B5EF4-FFF2-40B4-BE49-F238E27FC236}">
                <a16:creationId xmlns:a16="http://schemas.microsoft.com/office/drawing/2014/main" xmlns="" id="{DA5F0374-19B2-3024-766F-100A7AE9F9BE}"/>
              </a:ext>
            </a:extLst>
          </p:cNvPr>
          <p:cNvSpPr>
            <a:spLocks noGrp="1"/>
          </p:cNvSpPr>
          <p:nvPr>
            <p:ph type="pic" sz="quarter" idx="13"/>
          </p:nvPr>
        </p:nvSpPr>
        <p:spPr>
          <a:xfrm>
            <a:off x="6457952" y="2"/>
            <a:ext cx="2686049" cy="2777821"/>
          </a:xfrm>
          <a:custGeom>
            <a:avLst/>
            <a:gdLst>
              <a:gd name="connsiteX0" fmla="*/ 1402533 w 3581399"/>
              <a:gd name="connsiteY0" fmla="*/ 0 h 2777821"/>
              <a:gd name="connsiteX1" fmla="*/ 3581399 w 3581399"/>
              <a:gd name="connsiteY1" fmla="*/ 0 h 2777821"/>
              <a:gd name="connsiteX2" fmla="*/ 3581399 w 3581399"/>
              <a:gd name="connsiteY2" fmla="*/ 1800718 h 2777821"/>
              <a:gd name="connsiteX3" fmla="*/ 2314540 w 3581399"/>
              <a:gd name="connsiteY3" fmla="*/ 2588580 h 2777821"/>
              <a:gd name="connsiteX4" fmla="*/ 2073426 w 3581399"/>
              <a:gd name="connsiteY4" fmla="*/ 2456588 h 2777821"/>
              <a:gd name="connsiteX5" fmla="*/ 2073426 w 3581399"/>
              <a:gd name="connsiteY5" fmla="*/ 1892400 h 2777821"/>
              <a:gd name="connsiteX6" fmla="*/ 1825760 w 3581399"/>
              <a:gd name="connsiteY6" fmla="*/ 1767161 h 2777821"/>
              <a:gd name="connsiteX7" fmla="*/ 241115 w 3581399"/>
              <a:gd name="connsiteY7" fmla="*/ 2753416 h 2777821"/>
              <a:gd name="connsiteX8" fmla="*/ 0 w 3581399"/>
              <a:gd name="connsiteY8" fmla="*/ 2621425 h 2777821"/>
              <a:gd name="connsiteX9" fmla="*/ 0 w 3581399"/>
              <a:gd name="connsiteY9" fmla="*/ 958941 h 2777821"/>
              <a:gd name="connsiteX10" fmla="*/ 72457 w 3581399"/>
              <a:gd name="connsiteY10" fmla="*/ 826949 h 2777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81399" h="2777821">
                <a:moveTo>
                  <a:pt x="1402533" y="0"/>
                </a:moveTo>
                <a:lnTo>
                  <a:pt x="3581399" y="0"/>
                </a:lnTo>
                <a:lnTo>
                  <a:pt x="3581399" y="1800718"/>
                </a:lnTo>
                <a:lnTo>
                  <a:pt x="2314540" y="2588580"/>
                </a:lnTo>
                <a:cubicBezTo>
                  <a:pt x="2208924" y="2654576"/>
                  <a:pt x="2073426" y="2578757"/>
                  <a:pt x="2073426" y="2456588"/>
                </a:cubicBezTo>
                <a:lnTo>
                  <a:pt x="2073426" y="1892400"/>
                </a:lnTo>
                <a:cubicBezTo>
                  <a:pt x="2073426" y="1770537"/>
                  <a:pt x="1938336" y="1694719"/>
                  <a:pt x="1825760" y="1767161"/>
                </a:cubicBezTo>
                <a:lnTo>
                  <a:pt x="241115" y="2753416"/>
                </a:lnTo>
                <a:cubicBezTo>
                  <a:pt x="135499" y="2819412"/>
                  <a:pt x="0" y="2743594"/>
                  <a:pt x="0" y="2621425"/>
                </a:cubicBezTo>
                <a:lnTo>
                  <a:pt x="0" y="958941"/>
                </a:lnTo>
                <a:cubicBezTo>
                  <a:pt x="0" y="906144"/>
                  <a:pt x="26609" y="856724"/>
                  <a:pt x="72457" y="826949"/>
                </a:cubicBezTo>
                <a:close/>
              </a:path>
            </a:pathLst>
          </a:custGeom>
          <a:noFill/>
        </p:spPr>
        <p:txBody>
          <a:bodyPr wrap="square" anchor="ctr">
            <a:noAutofit/>
          </a:bodyPr>
          <a:lstStyle>
            <a:lvl1pPr marL="0" indent="0" algn="ctr">
              <a:buNone/>
              <a:defRPr sz="1400"/>
            </a:lvl1pPr>
          </a:lstStyle>
          <a:p>
            <a:r>
              <a:rPr lang="en-US" smtClean="0"/>
              <a:t>Click icon to add picture</a:t>
            </a:r>
            <a:endParaRPr lang="en-US"/>
          </a:p>
        </p:txBody>
      </p:sp>
      <p:sp>
        <p:nvSpPr>
          <p:cNvPr id="16" name="Text Placeholder 17">
            <a:extLst>
              <a:ext uri="{FF2B5EF4-FFF2-40B4-BE49-F238E27FC236}">
                <a16:creationId xmlns:a16="http://schemas.microsoft.com/office/drawing/2014/main" xmlns="" id="{A537F86F-E8D6-44FF-939F-7EB5A46935EE}"/>
              </a:ext>
            </a:extLst>
          </p:cNvPr>
          <p:cNvSpPr>
            <a:spLocks noGrp="1"/>
          </p:cNvSpPr>
          <p:nvPr>
            <p:ph type="body" sz="quarter" idx="14" hasCustomPrompt="1"/>
          </p:nvPr>
        </p:nvSpPr>
        <p:spPr>
          <a:xfrm>
            <a:off x="7144601" y="2745734"/>
            <a:ext cx="1276350" cy="228600"/>
          </a:xfrm>
          <a:noFill/>
        </p:spPr>
        <p:txBody>
          <a:bodyPr anchor="ctr">
            <a:noAutofit/>
          </a:bodyPr>
          <a:lstStyle>
            <a:lvl1pPr marL="0" indent="0" algn="ctr">
              <a:buNone/>
              <a:defRPr sz="14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Name</a:t>
            </a:r>
          </a:p>
        </p:txBody>
      </p:sp>
      <p:sp>
        <p:nvSpPr>
          <p:cNvPr id="17" name="Text Placeholder 17">
            <a:extLst>
              <a:ext uri="{FF2B5EF4-FFF2-40B4-BE49-F238E27FC236}">
                <a16:creationId xmlns:a16="http://schemas.microsoft.com/office/drawing/2014/main" xmlns="" id="{17C97F11-0CC0-4E01-8422-614383043296}"/>
              </a:ext>
            </a:extLst>
          </p:cNvPr>
          <p:cNvSpPr>
            <a:spLocks noGrp="1"/>
          </p:cNvSpPr>
          <p:nvPr>
            <p:ph type="body" sz="quarter" idx="15" hasCustomPrompt="1"/>
          </p:nvPr>
        </p:nvSpPr>
        <p:spPr>
          <a:xfrm>
            <a:off x="7144601" y="2973067"/>
            <a:ext cx="1276350" cy="228600"/>
          </a:xfrm>
          <a:noFill/>
        </p:spPr>
        <p:txBody>
          <a:bodyPr anchor="ctr">
            <a:noAutofit/>
          </a:bodyPr>
          <a:lstStyle>
            <a:lvl1pPr marL="0" indent="0" algn="ctr">
              <a:buNone/>
              <a:defRPr sz="14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Mobile / email</a:t>
            </a:r>
          </a:p>
        </p:txBody>
      </p:sp>
      <p:sp>
        <p:nvSpPr>
          <p:cNvPr id="18" name="Text Placeholder 17">
            <a:extLst>
              <a:ext uri="{FF2B5EF4-FFF2-40B4-BE49-F238E27FC236}">
                <a16:creationId xmlns:a16="http://schemas.microsoft.com/office/drawing/2014/main" xmlns="" id="{322609FE-C556-4394-9CD9-CACD20BC7261}"/>
              </a:ext>
            </a:extLst>
          </p:cNvPr>
          <p:cNvSpPr>
            <a:spLocks noGrp="1"/>
          </p:cNvSpPr>
          <p:nvPr>
            <p:ph type="body" sz="quarter" idx="16" hasCustomPrompt="1"/>
          </p:nvPr>
        </p:nvSpPr>
        <p:spPr>
          <a:xfrm>
            <a:off x="7144601" y="3200400"/>
            <a:ext cx="1276350" cy="228600"/>
          </a:xfrm>
          <a:noFill/>
        </p:spPr>
        <p:txBody>
          <a:bodyPr anchor="ctr">
            <a:noAutofit/>
          </a:bodyPr>
          <a:lstStyle>
            <a:lvl1pPr marL="0" indent="0" algn="ctr">
              <a:buNone/>
              <a:defRPr sz="14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Company</a:t>
            </a:r>
          </a:p>
        </p:txBody>
      </p:sp>
      <p:sp>
        <p:nvSpPr>
          <p:cNvPr id="28" name="Shape">
            <a:extLst>
              <a:ext uri="{FF2B5EF4-FFF2-40B4-BE49-F238E27FC236}">
                <a16:creationId xmlns:a16="http://schemas.microsoft.com/office/drawing/2014/main" xmlns="" id="{ED9A0C1A-56BE-042D-A45D-0A60FC62E329}"/>
              </a:ext>
            </a:extLst>
          </p:cNvPr>
          <p:cNvSpPr/>
          <p:nvPr/>
        </p:nvSpPr>
        <p:spPr>
          <a:xfrm>
            <a:off x="1" y="1664133"/>
            <a:ext cx="1848292" cy="2075730"/>
          </a:xfrm>
          <a:custGeom>
            <a:avLst/>
            <a:gdLst/>
            <a:ahLst/>
            <a:cxnLst>
              <a:cxn ang="0">
                <a:pos x="wd2" y="hd2"/>
              </a:cxn>
              <a:cxn ang="5400000">
                <a:pos x="wd2" y="hd2"/>
              </a:cxn>
              <a:cxn ang="10800000">
                <a:pos x="wd2" y="hd2"/>
              </a:cxn>
              <a:cxn ang="16200000">
                <a:pos x="wd2" y="hd2"/>
              </a:cxn>
            </a:cxnLst>
            <a:rect l="0" t="0" r="r" b="b"/>
            <a:pathLst>
              <a:path w="21600" h="21240" extrusionOk="0">
                <a:moveTo>
                  <a:pt x="0" y="21240"/>
                </a:moveTo>
                <a:lnTo>
                  <a:pt x="21021" y="5961"/>
                </a:lnTo>
                <a:cubicBezTo>
                  <a:pt x="21368" y="5691"/>
                  <a:pt x="21600" y="5251"/>
                  <a:pt x="21600" y="4778"/>
                </a:cubicBezTo>
                <a:lnTo>
                  <a:pt x="21600" y="1398"/>
                </a:lnTo>
                <a:cubicBezTo>
                  <a:pt x="21600" y="282"/>
                  <a:pt x="20558" y="-360"/>
                  <a:pt x="19776" y="215"/>
                </a:cubicBezTo>
                <a:lnTo>
                  <a:pt x="29" y="14581"/>
                </a:lnTo>
                <a:lnTo>
                  <a:pt x="29" y="21240"/>
                </a:lnTo>
                <a:close/>
              </a:path>
            </a:pathLst>
          </a:custGeom>
          <a:solidFill>
            <a:schemeClr val="accent1"/>
          </a:solidFill>
          <a:ln w="12700">
            <a:miter lim="400000"/>
          </a:ln>
        </p:spPr>
        <p:txBody>
          <a:bodyPr lIns="38100" tIns="38100" rIns="38100" bIns="38100" anchor="ctr"/>
          <a:lstStyle/>
          <a:p>
            <a:pPr>
              <a:defRPr sz="3000">
                <a:solidFill>
                  <a:srgbClr val="FFFFFF"/>
                </a:solidFill>
              </a:defRPr>
            </a:pPr>
            <a:endParaRPr/>
          </a:p>
        </p:txBody>
      </p:sp>
      <p:sp>
        <p:nvSpPr>
          <p:cNvPr id="29" name="Shape">
            <a:extLst>
              <a:ext uri="{FF2B5EF4-FFF2-40B4-BE49-F238E27FC236}">
                <a16:creationId xmlns:a16="http://schemas.microsoft.com/office/drawing/2014/main" xmlns="" id="{D46D0C28-4FDA-CAD1-C99A-F843300EFDA1}"/>
              </a:ext>
            </a:extLst>
          </p:cNvPr>
          <p:cNvSpPr/>
          <p:nvPr/>
        </p:nvSpPr>
        <p:spPr>
          <a:xfrm>
            <a:off x="301445" y="942586"/>
            <a:ext cx="1105012" cy="1051236"/>
          </a:xfrm>
          <a:custGeom>
            <a:avLst/>
            <a:gdLst/>
            <a:ahLst/>
            <a:cxnLst>
              <a:cxn ang="0">
                <a:pos x="wd2" y="hd2"/>
              </a:cxn>
              <a:cxn ang="5400000">
                <a:pos x="wd2" y="hd2"/>
              </a:cxn>
              <a:cxn ang="10800000">
                <a:pos x="wd2" y="hd2"/>
              </a:cxn>
              <a:cxn ang="16200000">
                <a:pos x="wd2" y="hd2"/>
              </a:cxn>
            </a:cxnLst>
            <a:rect l="0" t="0" r="r" b="b"/>
            <a:pathLst>
              <a:path w="21600" h="20040" extrusionOk="0">
                <a:moveTo>
                  <a:pt x="3535" y="19610"/>
                </a:moveTo>
                <a:lnTo>
                  <a:pt x="20535" y="5881"/>
                </a:lnTo>
                <a:cubicBezTo>
                  <a:pt x="21213" y="5314"/>
                  <a:pt x="21600" y="4370"/>
                  <a:pt x="21600" y="3362"/>
                </a:cubicBezTo>
                <a:lnTo>
                  <a:pt x="21600" y="2984"/>
                </a:lnTo>
                <a:cubicBezTo>
                  <a:pt x="21600" y="654"/>
                  <a:pt x="19614" y="-794"/>
                  <a:pt x="18065" y="465"/>
                </a:cubicBezTo>
                <a:lnTo>
                  <a:pt x="1065" y="14194"/>
                </a:lnTo>
                <a:cubicBezTo>
                  <a:pt x="387" y="14761"/>
                  <a:pt x="0" y="15705"/>
                  <a:pt x="0" y="16713"/>
                </a:cubicBezTo>
                <a:lnTo>
                  <a:pt x="0" y="17091"/>
                </a:lnTo>
                <a:cubicBezTo>
                  <a:pt x="48" y="19358"/>
                  <a:pt x="2034" y="20806"/>
                  <a:pt x="3535" y="19610"/>
                </a:cubicBezTo>
                <a:close/>
              </a:path>
            </a:pathLst>
          </a:custGeom>
          <a:solidFill>
            <a:schemeClr val="tx2"/>
          </a:solidFill>
          <a:ln w="12700">
            <a:miter lim="400000"/>
          </a:ln>
        </p:spPr>
        <p:txBody>
          <a:bodyPr lIns="38100" tIns="38100" rIns="38100" bIns="38100" anchor="ctr"/>
          <a:lstStyle/>
          <a:p>
            <a:pPr>
              <a:defRPr sz="3000">
                <a:solidFill>
                  <a:srgbClr val="FFFFFF"/>
                </a:solidFill>
              </a:defRPr>
            </a:pPr>
            <a:endParaRPr/>
          </a:p>
        </p:txBody>
      </p:sp>
    </p:spTree>
    <p:extLst>
      <p:ext uri="{BB962C8B-B14F-4D97-AF65-F5344CB8AC3E}">
        <p14:creationId xmlns:p14="http://schemas.microsoft.com/office/powerpoint/2010/main" val="3155828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lor and Typograph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xmlns="" id="{CC897C59-303D-43EB-830D-58B293D336AC}"/>
              </a:ext>
            </a:extLst>
          </p:cNvPr>
          <p:cNvGrpSpPr/>
          <p:nvPr/>
        </p:nvGrpSpPr>
        <p:grpSpPr>
          <a:xfrm>
            <a:off x="628649" y="1830764"/>
            <a:ext cx="7886702" cy="1741127"/>
            <a:chOff x="838199" y="1830763"/>
            <a:chExt cx="10515602" cy="1741127"/>
          </a:xfrm>
        </p:grpSpPr>
        <p:sp>
          <p:nvSpPr>
            <p:cNvPr id="175" name="Rectangle 174">
              <a:extLst>
                <a:ext uri="{FF2B5EF4-FFF2-40B4-BE49-F238E27FC236}">
                  <a16:creationId xmlns:a16="http://schemas.microsoft.com/office/drawing/2014/main" xmlns="" id="{4460574F-0FFA-4AF4-9268-D077C9C57D58}"/>
                </a:ext>
              </a:extLst>
            </p:cNvPr>
            <p:cNvSpPr/>
            <p:nvPr userDrawn="1"/>
          </p:nvSpPr>
          <p:spPr>
            <a:xfrm>
              <a:off x="838199" y="1830763"/>
              <a:ext cx="894312" cy="174112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74" name="Rectangle 173">
              <a:extLst>
                <a:ext uri="{FF2B5EF4-FFF2-40B4-BE49-F238E27FC236}">
                  <a16:creationId xmlns:a16="http://schemas.microsoft.com/office/drawing/2014/main" xmlns="" id="{E9AEC03B-EFBC-451C-9889-555B420B787B}"/>
                </a:ext>
              </a:extLst>
            </p:cNvPr>
            <p:cNvSpPr/>
            <p:nvPr userDrawn="1"/>
          </p:nvSpPr>
          <p:spPr>
            <a:xfrm>
              <a:off x="838199" y="1830763"/>
              <a:ext cx="894312" cy="155130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73" name="Rectangle 172">
              <a:extLst>
                <a:ext uri="{FF2B5EF4-FFF2-40B4-BE49-F238E27FC236}">
                  <a16:creationId xmlns:a16="http://schemas.microsoft.com/office/drawing/2014/main" xmlns="" id="{12504A8F-A26B-43AF-BF89-2621FF0CE3CD}"/>
                </a:ext>
              </a:extLst>
            </p:cNvPr>
            <p:cNvSpPr/>
            <p:nvPr userDrawn="1"/>
          </p:nvSpPr>
          <p:spPr>
            <a:xfrm>
              <a:off x="838199" y="1830763"/>
              <a:ext cx="894312" cy="136148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72" name="Rectangle 171">
              <a:extLst>
                <a:ext uri="{FF2B5EF4-FFF2-40B4-BE49-F238E27FC236}">
                  <a16:creationId xmlns:a16="http://schemas.microsoft.com/office/drawing/2014/main" xmlns="" id="{F7726C56-B942-4400-8CE0-069969802448}"/>
                </a:ext>
              </a:extLst>
            </p:cNvPr>
            <p:cNvSpPr/>
            <p:nvPr userDrawn="1"/>
          </p:nvSpPr>
          <p:spPr>
            <a:xfrm>
              <a:off x="838199" y="1830763"/>
              <a:ext cx="894312" cy="117166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71" name="Rectangle 170">
              <a:extLst>
                <a:ext uri="{FF2B5EF4-FFF2-40B4-BE49-F238E27FC236}">
                  <a16:creationId xmlns:a16="http://schemas.microsoft.com/office/drawing/2014/main" xmlns="" id="{DAE760DB-698E-4688-BBAF-49FD684C7AFD}"/>
                </a:ext>
              </a:extLst>
            </p:cNvPr>
            <p:cNvSpPr/>
            <p:nvPr userDrawn="1"/>
          </p:nvSpPr>
          <p:spPr>
            <a:xfrm>
              <a:off x="838199" y="1830763"/>
              <a:ext cx="894312" cy="9818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70" name="Rectangle 169">
              <a:extLst>
                <a:ext uri="{FF2B5EF4-FFF2-40B4-BE49-F238E27FC236}">
                  <a16:creationId xmlns:a16="http://schemas.microsoft.com/office/drawing/2014/main" xmlns="" id="{72A9A194-717A-430D-B418-44C0B8F1A4C3}"/>
                </a:ext>
              </a:extLst>
            </p:cNvPr>
            <p:cNvSpPr/>
            <p:nvPr userDrawn="1"/>
          </p:nvSpPr>
          <p:spPr>
            <a:xfrm>
              <a:off x="838200" y="1830763"/>
              <a:ext cx="894312" cy="7882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79" name="Rectangle 178">
              <a:extLst>
                <a:ext uri="{FF2B5EF4-FFF2-40B4-BE49-F238E27FC236}">
                  <a16:creationId xmlns:a16="http://schemas.microsoft.com/office/drawing/2014/main" xmlns="" id="{E915F52A-A44F-4FB1-A1A1-1A513475EFE8}"/>
                </a:ext>
              </a:extLst>
            </p:cNvPr>
            <p:cNvSpPr/>
            <p:nvPr userDrawn="1"/>
          </p:nvSpPr>
          <p:spPr>
            <a:xfrm>
              <a:off x="1907231" y="1830763"/>
              <a:ext cx="894312" cy="1741127"/>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0" name="Rectangle 179">
              <a:extLst>
                <a:ext uri="{FF2B5EF4-FFF2-40B4-BE49-F238E27FC236}">
                  <a16:creationId xmlns:a16="http://schemas.microsoft.com/office/drawing/2014/main" xmlns="" id="{6034C492-58E9-4550-B83D-E33D2B2217E6}"/>
                </a:ext>
              </a:extLst>
            </p:cNvPr>
            <p:cNvSpPr/>
            <p:nvPr userDrawn="1"/>
          </p:nvSpPr>
          <p:spPr>
            <a:xfrm>
              <a:off x="1907231" y="1830763"/>
              <a:ext cx="894312" cy="155130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1" name="Rectangle 180">
              <a:extLst>
                <a:ext uri="{FF2B5EF4-FFF2-40B4-BE49-F238E27FC236}">
                  <a16:creationId xmlns:a16="http://schemas.microsoft.com/office/drawing/2014/main" xmlns="" id="{F92FB454-2844-432A-897E-609CA7D5AB13}"/>
                </a:ext>
              </a:extLst>
            </p:cNvPr>
            <p:cNvSpPr/>
            <p:nvPr userDrawn="1"/>
          </p:nvSpPr>
          <p:spPr>
            <a:xfrm>
              <a:off x="1907231" y="1830763"/>
              <a:ext cx="894312" cy="136148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2" name="Rectangle 181">
              <a:extLst>
                <a:ext uri="{FF2B5EF4-FFF2-40B4-BE49-F238E27FC236}">
                  <a16:creationId xmlns:a16="http://schemas.microsoft.com/office/drawing/2014/main" xmlns="" id="{DFE585D9-1B79-4D2C-BE24-8DD53BF2D43D}"/>
                </a:ext>
              </a:extLst>
            </p:cNvPr>
            <p:cNvSpPr/>
            <p:nvPr userDrawn="1"/>
          </p:nvSpPr>
          <p:spPr>
            <a:xfrm>
              <a:off x="1907231" y="1830763"/>
              <a:ext cx="894312" cy="117166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3" name="Rectangle 182">
              <a:extLst>
                <a:ext uri="{FF2B5EF4-FFF2-40B4-BE49-F238E27FC236}">
                  <a16:creationId xmlns:a16="http://schemas.microsoft.com/office/drawing/2014/main" xmlns="" id="{7CA650B9-D80A-4F55-849B-9B9229BAB7AB}"/>
                </a:ext>
              </a:extLst>
            </p:cNvPr>
            <p:cNvSpPr/>
            <p:nvPr userDrawn="1"/>
          </p:nvSpPr>
          <p:spPr>
            <a:xfrm>
              <a:off x="1907231" y="1830763"/>
              <a:ext cx="894312" cy="981846"/>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4" name="Rectangle 183">
              <a:extLst>
                <a:ext uri="{FF2B5EF4-FFF2-40B4-BE49-F238E27FC236}">
                  <a16:creationId xmlns:a16="http://schemas.microsoft.com/office/drawing/2014/main" xmlns="" id="{212A3E8F-2036-4425-950A-9DDCE99E48E2}"/>
                </a:ext>
              </a:extLst>
            </p:cNvPr>
            <p:cNvSpPr/>
            <p:nvPr userDrawn="1"/>
          </p:nvSpPr>
          <p:spPr>
            <a:xfrm>
              <a:off x="1907232" y="1830763"/>
              <a:ext cx="894312" cy="78825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6" name="Rectangle 185">
              <a:extLst>
                <a:ext uri="{FF2B5EF4-FFF2-40B4-BE49-F238E27FC236}">
                  <a16:creationId xmlns:a16="http://schemas.microsoft.com/office/drawing/2014/main" xmlns="" id="{F8D77422-E1EF-442A-B883-288DFB42AC7A}"/>
                </a:ext>
              </a:extLst>
            </p:cNvPr>
            <p:cNvSpPr/>
            <p:nvPr userDrawn="1"/>
          </p:nvSpPr>
          <p:spPr>
            <a:xfrm>
              <a:off x="2976263" y="1830763"/>
              <a:ext cx="894312" cy="1741127"/>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7" name="Rectangle 186">
              <a:extLst>
                <a:ext uri="{FF2B5EF4-FFF2-40B4-BE49-F238E27FC236}">
                  <a16:creationId xmlns:a16="http://schemas.microsoft.com/office/drawing/2014/main" xmlns="" id="{F5A5458A-8CAB-46ED-A597-7A9BC874E064}"/>
                </a:ext>
              </a:extLst>
            </p:cNvPr>
            <p:cNvSpPr/>
            <p:nvPr userDrawn="1"/>
          </p:nvSpPr>
          <p:spPr>
            <a:xfrm>
              <a:off x="2976263" y="1830763"/>
              <a:ext cx="894312" cy="155130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8" name="Rectangle 187">
              <a:extLst>
                <a:ext uri="{FF2B5EF4-FFF2-40B4-BE49-F238E27FC236}">
                  <a16:creationId xmlns:a16="http://schemas.microsoft.com/office/drawing/2014/main" xmlns="" id="{129FB0AE-0FE9-4E47-89E1-28A56DFEFD44}"/>
                </a:ext>
              </a:extLst>
            </p:cNvPr>
            <p:cNvSpPr/>
            <p:nvPr userDrawn="1"/>
          </p:nvSpPr>
          <p:spPr>
            <a:xfrm>
              <a:off x="2976263" y="1830763"/>
              <a:ext cx="894312" cy="1361486"/>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9" name="Rectangle 188">
              <a:extLst>
                <a:ext uri="{FF2B5EF4-FFF2-40B4-BE49-F238E27FC236}">
                  <a16:creationId xmlns:a16="http://schemas.microsoft.com/office/drawing/2014/main" xmlns="" id="{8DCBA888-FF6F-4E0D-AD60-DA0D78CD05D1}"/>
                </a:ext>
              </a:extLst>
            </p:cNvPr>
            <p:cNvSpPr/>
            <p:nvPr userDrawn="1"/>
          </p:nvSpPr>
          <p:spPr>
            <a:xfrm>
              <a:off x="2976263" y="1830763"/>
              <a:ext cx="894312" cy="11716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0" name="Rectangle 189">
              <a:extLst>
                <a:ext uri="{FF2B5EF4-FFF2-40B4-BE49-F238E27FC236}">
                  <a16:creationId xmlns:a16="http://schemas.microsoft.com/office/drawing/2014/main" xmlns="" id="{F9271256-F951-4086-8A3B-C91C2291A176}"/>
                </a:ext>
              </a:extLst>
            </p:cNvPr>
            <p:cNvSpPr/>
            <p:nvPr userDrawn="1"/>
          </p:nvSpPr>
          <p:spPr>
            <a:xfrm>
              <a:off x="2976263" y="1830763"/>
              <a:ext cx="894312" cy="981846"/>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1" name="Rectangle 190">
              <a:extLst>
                <a:ext uri="{FF2B5EF4-FFF2-40B4-BE49-F238E27FC236}">
                  <a16:creationId xmlns:a16="http://schemas.microsoft.com/office/drawing/2014/main" xmlns="" id="{27D18AA1-C449-4778-A01C-5FEFF6D4B6F0}"/>
                </a:ext>
              </a:extLst>
            </p:cNvPr>
            <p:cNvSpPr/>
            <p:nvPr userDrawn="1"/>
          </p:nvSpPr>
          <p:spPr>
            <a:xfrm>
              <a:off x="2976264" y="1830763"/>
              <a:ext cx="894312" cy="7882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3" name="Rectangle 192">
              <a:extLst>
                <a:ext uri="{FF2B5EF4-FFF2-40B4-BE49-F238E27FC236}">
                  <a16:creationId xmlns:a16="http://schemas.microsoft.com/office/drawing/2014/main" xmlns="" id="{507DEC82-2EA5-41B4-BBE2-03D513A6990F}"/>
                </a:ext>
              </a:extLst>
            </p:cNvPr>
            <p:cNvSpPr/>
            <p:nvPr userDrawn="1"/>
          </p:nvSpPr>
          <p:spPr>
            <a:xfrm>
              <a:off x="4045295" y="1830763"/>
              <a:ext cx="894312" cy="1741127"/>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4" name="Rectangle 193">
              <a:extLst>
                <a:ext uri="{FF2B5EF4-FFF2-40B4-BE49-F238E27FC236}">
                  <a16:creationId xmlns:a16="http://schemas.microsoft.com/office/drawing/2014/main" xmlns="" id="{CC3C8386-1A37-4F90-9D5F-F552F6BD3D6B}"/>
                </a:ext>
              </a:extLst>
            </p:cNvPr>
            <p:cNvSpPr/>
            <p:nvPr userDrawn="1"/>
          </p:nvSpPr>
          <p:spPr>
            <a:xfrm>
              <a:off x="4045295" y="1830763"/>
              <a:ext cx="894312" cy="1551307"/>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5" name="Rectangle 194">
              <a:extLst>
                <a:ext uri="{FF2B5EF4-FFF2-40B4-BE49-F238E27FC236}">
                  <a16:creationId xmlns:a16="http://schemas.microsoft.com/office/drawing/2014/main" xmlns="" id="{20C96B97-602D-4FB6-83FA-5F537C10D957}"/>
                </a:ext>
              </a:extLst>
            </p:cNvPr>
            <p:cNvSpPr/>
            <p:nvPr userDrawn="1"/>
          </p:nvSpPr>
          <p:spPr>
            <a:xfrm>
              <a:off x="4045295" y="1830763"/>
              <a:ext cx="894312" cy="1361486"/>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6" name="Rectangle 195">
              <a:extLst>
                <a:ext uri="{FF2B5EF4-FFF2-40B4-BE49-F238E27FC236}">
                  <a16:creationId xmlns:a16="http://schemas.microsoft.com/office/drawing/2014/main" xmlns="" id="{C78EB1C9-B967-4BCF-BA1F-F62AD5830A83}"/>
                </a:ext>
              </a:extLst>
            </p:cNvPr>
            <p:cNvSpPr/>
            <p:nvPr userDrawn="1"/>
          </p:nvSpPr>
          <p:spPr>
            <a:xfrm>
              <a:off x="4045295" y="1830763"/>
              <a:ext cx="894312" cy="117166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7" name="Rectangle 196">
              <a:extLst>
                <a:ext uri="{FF2B5EF4-FFF2-40B4-BE49-F238E27FC236}">
                  <a16:creationId xmlns:a16="http://schemas.microsoft.com/office/drawing/2014/main" xmlns="" id="{530AF99D-4A64-462C-8DC1-2AFD50700E78}"/>
                </a:ext>
              </a:extLst>
            </p:cNvPr>
            <p:cNvSpPr/>
            <p:nvPr userDrawn="1"/>
          </p:nvSpPr>
          <p:spPr>
            <a:xfrm>
              <a:off x="4045295" y="1830763"/>
              <a:ext cx="894312" cy="98184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8" name="Rectangle 197">
              <a:extLst>
                <a:ext uri="{FF2B5EF4-FFF2-40B4-BE49-F238E27FC236}">
                  <a16:creationId xmlns:a16="http://schemas.microsoft.com/office/drawing/2014/main" xmlns="" id="{251EE8AC-B14F-4016-B318-3215BFA74576}"/>
                </a:ext>
              </a:extLst>
            </p:cNvPr>
            <p:cNvSpPr/>
            <p:nvPr userDrawn="1"/>
          </p:nvSpPr>
          <p:spPr>
            <a:xfrm>
              <a:off x="4045296" y="1830763"/>
              <a:ext cx="894312" cy="78825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0" name="Rectangle 199">
              <a:extLst>
                <a:ext uri="{FF2B5EF4-FFF2-40B4-BE49-F238E27FC236}">
                  <a16:creationId xmlns:a16="http://schemas.microsoft.com/office/drawing/2014/main" xmlns="" id="{DB3EFE93-C789-4C06-AE63-48F21F3F0562}"/>
                </a:ext>
              </a:extLst>
            </p:cNvPr>
            <p:cNvSpPr/>
            <p:nvPr userDrawn="1"/>
          </p:nvSpPr>
          <p:spPr>
            <a:xfrm>
              <a:off x="5114327" y="1830763"/>
              <a:ext cx="894312" cy="174112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1" name="Rectangle 200">
              <a:extLst>
                <a:ext uri="{FF2B5EF4-FFF2-40B4-BE49-F238E27FC236}">
                  <a16:creationId xmlns:a16="http://schemas.microsoft.com/office/drawing/2014/main" xmlns="" id="{C159A26F-3E35-43ED-9527-94575D015CF9}"/>
                </a:ext>
              </a:extLst>
            </p:cNvPr>
            <p:cNvSpPr/>
            <p:nvPr userDrawn="1"/>
          </p:nvSpPr>
          <p:spPr>
            <a:xfrm>
              <a:off x="5114327" y="1830763"/>
              <a:ext cx="894312" cy="155130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2" name="Rectangle 201">
              <a:extLst>
                <a:ext uri="{FF2B5EF4-FFF2-40B4-BE49-F238E27FC236}">
                  <a16:creationId xmlns:a16="http://schemas.microsoft.com/office/drawing/2014/main" xmlns="" id="{197FEBE6-4234-4233-9AAC-C966B38A457C}"/>
                </a:ext>
              </a:extLst>
            </p:cNvPr>
            <p:cNvSpPr/>
            <p:nvPr userDrawn="1"/>
          </p:nvSpPr>
          <p:spPr>
            <a:xfrm>
              <a:off x="5114327" y="1830763"/>
              <a:ext cx="894312" cy="136148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3" name="Rectangle 202">
              <a:extLst>
                <a:ext uri="{FF2B5EF4-FFF2-40B4-BE49-F238E27FC236}">
                  <a16:creationId xmlns:a16="http://schemas.microsoft.com/office/drawing/2014/main" xmlns="" id="{4A6CCAEB-B0B2-4918-BF93-14B428F71030}"/>
                </a:ext>
              </a:extLst>
            </p:cNvPr>
            <p:cNvSpPr/>
            <p:nvPr userDrawn="1"/>
          </p:nvSpPr>
          <p:spPr>
            <a:xfrm>
              <a:off x="5114327" y="1830763"/>
              <a:ext cx="894312" cy="117166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4" name="Rectangle 203">
              <a:extLst>
                <a:ext uri="{FF2B5EF4-FFF2-40B4-BE49-F238E27FC236}">
                  <a16:creationId xmlns:a16="http://schemas.microsoft.com/office/drawing/2014/main" xmlns="" id="{26BAB2D9-48E2-4FD7-8266-8DA7249A311F}"/>
                </a:ext>
              </a:extLst>
            </p:cNvPr>
            <p:cNvSpPr/>
            <p:nvPr userDrawn="1"/>
          </p:nvSpPr>
          <p:spPr>
            <a:xfrm>
              <a:off x="5114327" y="1830763"/>
              <a:ext cx="894312" cy="98184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5" name="Rectangle 204">
              <a:extLst>
                <a:ext uri="{FF2B5EF4-FFF2-40B4-BE49-F238E27FC236}">
                  <a16:creationId xmlns:a16="http://schemas.microsoft.com/office/drawing/2014/main" xmlns="" id="{E373E1AE-97F0-411F-ADE1-F7FA57FDB549}"/>
                </a:ext>
              </a:extLst>
            </p:cNvPr>
            <p:cNvSpPr/>
            <p:nvPr userDrawn="1"/>
          </p:nvSpPr>
          <p:spPr>
            <a:xfrm>
              <a:off x="5114328" y="1830763"/>
              <a:ext cx="894312" cy="7882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7" name="Rectangle 206">
              <a:extLst>
                <a:ext uri="{FF2B5EF4-FFF2-40B4-BE49-F238E27FC236}">
                  <a16:creationId xmlns:a16="http://schemas.microsoft.com/office/drawing/2014/main" xmlns="" id="{7980EC62-1AA7-49B9-A98C-B1AE41A8BAF7}"/>
                </a:ext>
              </a:extLst>
            </p:cNvPr>
            <p:cNvSpPr/>
            <p:nvPr userDrawn="1"/>
          </p:nvSpPr>
          <p:spPr>
            <a:xfrm>
              <a:off x="6183359" y="1830763"/>
              <a:ext cx="894312" cy="1741127"/>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8" name="Rectangle 207">
              <a:extLst>
                <a:ext uri="{FF2B5EF4-FFF2-40B4-BE49-F238E27FC236}">
                  <a16:creationId xmlns:a16="http://schemas.microsoft.com/office/drawing/2014/main" xmlns="" id="{1B940435-8801-4AE0-AF82-51785C14109F}"/>
                </a:ext>
              </a:extLst>
            </p:cNvPr>
            <p:cNvSpPr/>
            <p:nvPr userDrawn="1"/>
          </p:nvSpPr>
          <p:spPr>
            <a:xfrm>
              <a:off x="6183359" y="1830763"/>
              <a:ext cx="894312" cy="155130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9" name="Rectangle 208">
              <a:extLst>
                <a:ext uri="{FF2B5EF4-FFF2-40B4-BE49-F238E27FC236}">
                  <a16:creationId xmlns:a16="http://schemas.microsoft.com/office/drawing/2014/main" xmlns="" id="{709FEA5B-55A5-4A85-90AE-A3E8181AD6B1}"/>
                </a:ext>
              </a:extLst>
            </p:cNvPr>
            <p:cNvSpPr/>
            <p:nvPr userDrawn="1"/>
          </p:nvSpPr>
          <p:spPr>
            <a:xfrm>
              <a:off x="6183359" y="1830763"/>
              <a:ext cx="894312" cy="1361486"/>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0" name="Rectangle 209">
              <a:extLst>
                <a:ext uri="{FF2B5EF4-FFF2-40B4-BE49-F238E27FC236}">
                  <a16:creationId xmlns:a16="http://schemas.microsoft.com/office/drawing/2014/main" xmlns="" id="{AC24C165-A09C-48A0-8D30-43D9272501D0}"/>
                </a:ext>
              </a:extLst>
            </p:cNvPr>
            <p:cNvSpPr/>
            <p:nvPr userDrawn="1"/>
          </p:nvSpPr>
          <p:spPr>
            <a:xfrm>
              <a:off x="6183359" y="1830763"/>
              <a:ext cx="894312" cy="1171666"/>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1" name="Rectangle 210">
              <a:extLst>
                <a:ext uri="{FF2B5EF4-FFF2-40B4-BE49-F238E27FC236}">
                  <a16:creationId xmlns:a16="http://schemas.microsoft.com/office/drawing/2014/main" xmlns="" id="{AF779B59-BF2E-434C-A692-81F3395A2DDC}"/>
                </a:ext>
              </a:extLst>
            </p:cNvPr>
            <p:cNvSpPr/>
            <p:nvPr userDrawn="1"/>
          </p:nvSpPr>
          <p:spPr>
            <a:xfrm>
              <a:off x="6183359" y="1830763"/>
              <a:ext cx="894312" cy="981846"/>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2" name="Rectangle 211">
              <a:extLst>
                <a:ext uri="{FF2B5EF4-FFF2-40B4-BE49-F238E27FC236}">
                  <a16:creationId xmlns:a16="http://schemas.microsoft.com/office/drawing/2014/main" xmlns="" id="{72D25286-DFE7-4DB6-BC2A-849B72A1D58F}"/>
                </a:ext>
              </a:extLst>
            </p:cNvPr>
            <p:cNvSpPr/>
            <p:nvPr userDrawn="1"/>
          </p:nvSpPr>
          <p:spPr>
            <a:xfrm>
              <a:off x="6183360" y="1830763"/>
              <a:ext cx="894312" cy="78825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4" name="Rectangle 213">
              <a:extLst>
                <a:ext uri="{FF2B5EF4-FFF2-40B4-BE49-F238E27FC236}">
                  <a16:creationId xmlns:a16="http://schemas.microsoft.com/office/drawing/2014/main" xmlns="" id="{EFFFC619-3DCF-484B-936D-D1C6706967D7}"/>
                </a:ext>
              </a:extLst>
            </p:cNvPr>
            <p:cNvSpPr/>
            <p:nvPr userDrawn="1"/>
          </p:nvSpPr>
          <p:spPr>
            <a:xfrm>
              <a:off x="7252391" y="1830763"/>
              <a:ext cx="894312" cy="1741127"/>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5" name="Rectangle 214">
              <a:extLst>
                <a:ext uri="{FF2B5EF4-FFF2-40B4-BE49-F238E27FC236}">
                  <a16:creationId xmlns:a16="http://schemas.microsoft.com/office/drawing/2014/main" xmlns="" id="{C36F1647-E3A7-42C7-94DB-E22470CD7962}"/>
                </a:ext>
              </a:extLst>
            </p:cNvPr>
            <p:cNvSpPr/>
            <p:nvPr userDrawn="1"/>
          </p:nvSpPr>
          <p:spPr>
            <a:xfrm>
              <a:off x="7252391" y="1830763"/>
              <a:ext cx="894312" cy="1551307"/>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6" name="Rectangle 215">
              <a:extLst>
                <a:ext uri="{FF2B5EF4-FFF2-40B4-BE49-F238E27FC236}">
                  <a16:creationId xmlns:a16="http://schemas.microsoft.com/office/drawing/2014/main" xmlns="" id="{0812BACF-D77F-4A42-A212-538847FF9776}"/>
                </a:ext>
              </a:extLst>
            </p:cNvPr>
            <p:cNvSpPr/>
            <p:nvPr userDrawn="1"/>
          </p:nvSpPr>
          <p:spPr>
            <a:xfrm>
              <a:off x="7252391" y="1830763"/>
              <a:ext cx="894312" cy="1361486"/>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7" name="Rectangle 216">
              <a:extLst>
                <a:ext uri="{FF2B5EF4-FFF2-40B4-BE49-F238E27FC236}">
                  <a16:creationId xmlns:a16="http://schemas.microsoft.com/office/drawing/2014/main" xmlns="" id="{63855A19-9DBA-4293-A411-6842A7DAA995}"/>
                </a:ext>
              </a:extLst>
            </p:cNvPr>
            <p:cNvSpPr/>
            <p:nvPr userDrawn="1"/>
          </p:nvSpPr>
          <p:spPr>
            <a:xfrm>
              <a:off x="7252391" y="1830763"/>
              <a:ext cx="894312" cy="1171666"/>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8" name="Rectangle 217">
              <a:extLst>
                <a:ext uri="{FF2B5EF4-FFF2-40B4-BE49-F238E27FC236}">
                  <a16:creationId xmlns:a16="http://schemas.microsoft.com/office/drawing/2014/main" xmlns="" id="{E705E91E-E65F-4094-8904-D56C56FC5F44}"/>
                </a:ext>
              </a:extLst>
            </p:cNvPr>
            <p:cNvSpPr/>
            <p:nvPr userDrawn="1"/>
          </p:nvSpPr>
          <p:spPr>
            <a:xfrm>
              <a:off x="7252391" y="1830763"/>
              <a:ext cx="894312" cy="981846"/>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9" name="Rectangle 218">
              <a:extLst>
                <a:ext uri="{FF2B5EF4-FFF2-40B4-BE49-F238E27FC236}">
                  <a16:creationId xmlns:a16="http://schemas.microsoft.com/office/drawing/2014/main" xmlns="" id="{B6DEB2ED-B6FD-4B88-90DA-9530DA2E64C9}"/>
                </a:ext>
              </a:extLst>
            </p:cNvPr>
            <p:cNvSpPr/>
            <p:nvPr userDrawn="1"/>
          </p:nvSpPr>
          <p:spPr>
            <a:xfrm>
              <a:off x="7252392" y="1830763"/>
              <a:ext cx="894312" cy="78825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21" name="Rectangle 220">
              <a:extLst>
                <a:ext uri="{FF2B5EF4-FFF2-40B4-BE49-F238E27FC236}">
                  <a16:creationId xmlns:a16="http://schemas.microsoft.com/office/drawing/2014/main" xmlns="" id="{62E667E1-7F5F-4E4F-AF63-4AB31D847AE0}"/>
                </a:ext>
              </a:extLst>
            </p:cNvPr>
            <p:cNvSpPr/>
            <p:nvPr userDrawn="1"/>
          </p:nvSpPr>
          <p:spPr>
            <a:xfrm>
              <a:off x="8321423" y="1830763"/>
              <a:ext cx="894312" cy="1741127"/>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222" name="Rectangle 221">
              <a:extLst>
                <a:ext uri="{FF2B5EF4-FFF2-40B4-BE49-F238E27FC236}">
                  <a16:creationId xmlns:a16="http://schemas.microsoft.com/office/drawing/2014/main" xmlns="" id="{A9D94CA5-400D-47AE-9512-4557FBE20192}"/>
                </a:ext>
              </a:extLst>
            </p:cNvPr>
            <p:cNvSpPr/>
            <p:nvPr userDrawn="1"/>
          </p:nvSpPr>
          <p:spPr>
            <a:xfrm>
              <a:off x="8321423" y="1830763"/>
              <a:ext cx="894312" cy="1551307"/>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223" name="Rectangle 222">
              <a:extLst>
                <a:ext uri="{FF2B5EF4-FFF2-40B4-BE49-F238E27FC236}">
                  <a16:creationId xmlns:a16="http://schemas.microsoft.com/office/drawing/2014/main" xmlns="" id="{1E60784B-8569-41D5-BB14-8F5DAFDCE67A}"/>
                </a:ext>
              </a:extLst>
            </p:cNvPr>
            <p:cNvSpPr/>
            <p:nvPr userDrawn="1"/>
          </p:nvSpPr>
          <p:spPr>
            <a:xfrm>
              <a:off x="8321423" y="1830763"/>
              <a:ext cx="894312" cy="1361486"/>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224" name="Rectangle 223">
              <a:extLst>
                <a:ext uri="{FF2B5EF4-FFF2-40B4-BE49-F238E27FC236}">
                  <a16:creationId xmlns:a16="http://schemas.microsoft.com/office/drawing/2014/main" xmlns="" id="{FE043B0E-D351-4B21-BB22-FF8713E0E199}"/>
                </a:ext>
              </a:extLst>
            </p:cNvPr>
            <p:cNvSpPr/>
            <p:nvPr userDrawn="1"/>
          </p:nvSpPr>
          <p:spPr>
            <a:xfrm>
              <a:off x="8321423" y="1830763"/>
              <a:ext cx="894312" cy="1171666"/>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225" name="Rectangle 224">
              <a:extLst>
                <a:ext uri="{FF2B5EF4-FFF2-40B4-BE49-F238E27FC236}">
                  <a16:creationId xmlns:a16="http://schemas.microsoft.com/office/drawing/2014/main" xmlns="" id="{D57AC92D-3891-4CC7-9301-A742653C394B}"/>
                </a:ext>
              </a:extLst>
            </p:cNvPr>
            <p:cNvSpPr/>
            <p:nvPr userDrawn="1"/>
          </p:nvSpPr>
          <p:spPr>
            <a:xfrm>
              <a:off x="8321423" y="1830763"/>
              <a:ext cx="894312" cy="981846"/>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26" name="Rectangle 225">
              <a:extLst>
                <a:ext uri="{FF2B5EF4-FFF2-40B4-BE49-F238E27FC236}">
                  <a16:creationId xmlns:a16="http://schemas.microsoft.com/office/drawing/2014/main" xmlns="" id="{870D976A-0EA2-4422-A1FB-EE1A159B65DC}"/>
                </a:ext>
              </a:extLst>
            </p:cNvPr>
            <p:cNvSpPr/>
            <p:nvPr userDrawn="1"/>
          </p:nvSpPr>
          <p:spPr>
            <a:xfrm>
              <a:off x="8321424" y="1830763"/>
              <a:ext cx="894312" cy="78825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28" name="Rectangle 227">
              <a:extLst>
                <a:ext uri="{FF2B5EF4-FFF2-40B4-BE49-F238E27FC236}">
                  <a16:creationId xmlns:a16="http://schemas.microsoft.com/office/drawing/2014/main" xmlns="" id="{074CEC48-74FA-45A9-9E16-525EB9E974F9}"/>
                </a:ext>
              </a:extLst>
            </p:cNvPr>
            <p:cNvSpPr/>
            <p:nvPr userDrawn="1"/>
          </p:nvSpPr>
          <p:spPr>
            <a:xfrm>
              <a:off x="9390455" y="1830763"/>
              <a:ext cx="894312" cy="1741127"/>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29" name="Rectangle 228">
              <a:extLst>
                <a:ext uri="{FF2B5EF4-FFF2-40B4-BE49-F238E27FC236}">
                  <a16:creationId xmlns:a16="http://schemas.microsoft.com/office/drawing/2014/main" xmlns="" id="{8CA8D9C7-FFCE-4895-B720-C9F65C686B93}"/>
                </a:ext>
              </a:extLst>
            </p:cNvPr>
            <p:cNvSpPr/>
            <p:nvPr userDrawn="1"/>
          </p:nvSpPr>
          <p:spPr>
            <a:xfrm>
              <a:off x="9390455" y="1830763"/>
              <a:ext cx="894312" cy="15513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0" name="Rectangle 229">
              <a:extLst>
                <a:ext uri="{FF2B5EF4-FFF2-40B4-BE49-F238E27FC236}">
                  <a16:creationId xmlns:a16="http://schemas.microsoft.com/office/drawing/2014/main" xmlns="" id="{DF8FDE11-2636-4F16-BC4C-C0DBD965F47E}"/>
                </a:ext>
              </a:extLst>
            </p:cNvPr>
            <p:cNvSpPr/>
            <p:nvPr userDrawn="1"/>
          </p:nvSpPr>
          <p:spPr>
            <a:xfrm>
              <a:off x="9390455" y="1830763"/>
              <a:ext cx="894312" cy="1361486"/>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1" name="Rectangle 230">
              <a:extLst>
                <a:ext uri="{FF2B5EF4-FFF2-40B4-BE49-F238E27FC236}">
                  <a16:creationId xmlns:a16="http://schemas.microsoft.com/office/drawing/2014/main" xmlns="" id="{EAE2FCEB-5A44-4458-99EB-B2522F731513}"/>
                </a:ext>
              </a:extLst>
            </p:cNvPr>
            <p:cNvSpPr/>
            <p:nvPr userDrawn="1"/>
          </p:nvSpPr>
          <p:spPr>
            <a:xfrm>
              <a:off x="9390455" y="1830763"/>
              <a:ext cx="894312" cy="1171666"/>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2" name="Rectangle 231">
              <a:extLst>
                <a:ext uri="{FF2B5EF4-FFF2-40B4-BE49-F238E27FC236}">
                  <a16:creationId xmlns:a16="http://schemas.microsoft.com/office/drawing/2014/main" xmlns="" id="{FA982CEB-3569-4AB2-A279-56909D8DBA2B}"/>
                </a:ext>
              </a:extLst>
            </p:cNvPr>
            <p:cNvSpPr/>
            <p:nvPr userDrawn="1"/>
          </p:nvSpPr>
          <p:spPr>
            <a:xfrm>
              <a:off x="9390455" y="1830763"/>
              <a:ext cx="894312" cy="981846"/>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3" name="Rectangle 232">
              <a:extLst>
                <a:ext uri="{FF2B5EF4-FFF2-40B4-BE49-F238E27FC236}">
                  <a16:creationId xmlns:a16="http://schemas.microsoft.com/office/drawing/2014/main" xmlns="" id="{B85FDECF-7983-4160-8B97-DA92A01F2A38}"/>
                </a:ext>
              </a:extLst>
            </p:cNvPr>
            <p:cNvSpPr/>
            <p:nvPr userDrawn="1"/>
          </p:nvSpPr>
          <p:spPr>
            <a:xfrm>
              <a:off x="9390456" y="1830763"/>
              <a:ext cx="894312" cy="78825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5" name="Rectangle 234">
              <a:extLst>
                <a:ext uri="{FF2B5EF4-FFF2-40B4-BE49-F238E27FC236}">
                  <a16:creationId xmlns:a16="http://schemas.microsoft.com/office/drawing/2014/main" xmlns="" id="{80F0CF47-25FB-4AB4-837F-33B5D368A8C0}"/>
                </a:ext>
              </a:extLst>
            </p:cNvPr>
            <p:cNvSpPr/>
            <p:nvPr userDrawn="1"/>
          </p:nvSpPr>
          <p:spPr>
            <a:xfrm>
              <a:off x="10459488" y="1830763"/>
              <a:ext cx="894312" cy="1741127"/>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6" name="Rectangle 235">
              <a:extLst>
                <a:ext uri="{FF2B5EF4-FFF2-40B4-BE49-F238E27FC236}">
                  <a16:creationId xmlns:a16="http://schemas.microsoft.com/office/drawing/2014/main" xmlns="" id="{12C0DD63-4FB0-4217-BC06-7CEB655B79B6}"/>
                </a:ext>
              </a:extLst>
            </p:cNvPr>
            <p:cNvSpPr/>
            <p:nvPr userDrawn="1"/>
          </p:nvSpPr>
          <p:spPr>
            <a:xfrm>
              <a:off x="10459488" y="1830763"/>
              <a:ext cx="894312" cy="1551307"/>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7" name="Rectangle 236">
              <a:extLst>
                <a:ext uri="{FF2B5EF4-FFF2-40B4-BE49-F238E27FC236}">
                  <a16:creationId xmlns:a16="http://schemas.microsoft.com/office/drawing/2014/main" xmlns="" id="{5841390F-E0B0-48E2-8756-2C0A532BC037}"/>
                </a:ext>
              </a:extLst>
            </p:cNvPr>
            <p:cNvSpPr/>
            <p:nvPr userDrawn="1"/>
          </p:nvSpPr>
          <p:spPr>
            <a:xfrm>
              <a:off x="10459488" y="1830763"/>
              <a:ext cx="894312" cy="136148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8" name="Rectangle 237">
              <a:extLst>
                <a:ext uri="{FF2B5EF4-FFF2-40B4-BE49-F238E27FC236}">
                  <a16:creationId xmlns:a16="http://schemas.microsoft.com/office/drawing/2014/main" xmlns="" id="{E49982BC-FA05-4F1B-A8BD-AE3793F3BD02}"/>
                </a:ext>
              </a:extLst>
            </p:cNvPr>
            <p:cNvSpPr/>
            <p:nvPr userDrawn="1"/>
          </p:nvSpPr>
          <p:spPr>
            <a:xfrm>
              <a:off x="10459488" y="1830763"/>
              <a:ext cx="894312" cy="1171666"/>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9" name="Rectangle 238">
              <a:extLst>
                <a:ext uri="{FF2B5EF4-FFF2-40B4-BE49-F238E27FC236}">
                  <a16:creationId xmlns:a16="http://schemas.microsoft.com/office/drawing/2014/main" xmlns="" id="{84445015-4210-46FE-958B-F3271E10284B}"/>
                </a:ext>
              </a:extLst>
            </p:cNvPr>
            <p:cNvSpPr/>
            <p:nvPr userDrawn="1"/>
          </p:nvSpPr>
          <p:spPr>
            <a:xfrm>
              <a:off x="10459488" y="1830763"/>
              <a:ext cx="894312" cy="98184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40" name="Rectangle 239">
              <a:extLst>
                <a:ext uri="{FF2B5EF4-FFF2-40B4-BE49-F238E27FC236}">
                  <a16:creationId xmlns:a16="http://schemas.microsoft.com/office/drawing/2014/main" xmlns="" id="{06FD93CB-F173-4C32-9E54-DE5EDB0F83D8}"/>
                </a:ext>
              </a:extLst>
            </p:cNvPr>
            <p:cNvSpPr/>
            <p:nvPr userDrawn="1"/>
          </p:nvSpPr>
          <p:spPr>
            <a:xfrm>
              <a:off x="10459489" y="1830763"/>
              <a:ext cx="894312" cy="78825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grpSp>
      <p:sp>
        <p:nvSpPr>
          <p:cNvPr id="12" name="Title 1">
            <a:extLst>
              <a:ext uri="{FF2B5EF4-FFF2-40B4-BE49-F238E27FC236}">
                <a16:creationId xmlns:a16="http://schemas.microsoft.com/office/drawing/2014/main" xmlns="" id="{0D08B00A-9A13-4AB1-A72D-2F499BA2EBAB}"/>
              </a:ext>
            </a:extLst>
          </p:cNvPr>
          <p:cNvSpPr>
            <a:spLocks noGrp="1"/>
          </p:cNvSpPr>
          <p:nvPr>
            <p:ph type="title"/>
          </p:nvPr>
        </p:nvSpPr>
        <p:spPr>
          <a:xfrm>
            <a:off x="628650" y="365126"/>
            <a:ext cx="7886700" cy="1325563"/>
          </a:xfrm>
        </p:spPr>
        <p:txBody>
          <a:bodyPr/>
          <a:lstStyle/>
          <a:p>
            <a:r>
              <a:rPr lang="en-US" smtClean="0"/>
              <a:t>Click to edit Master title style</a:t>
            </a:r>
            <a:endParaRPr lang="en-US" dirty="0"/>
          </a:p>
        </p:txBody>
      </p:sp>
      <p:sp>
        <p:nvSpPr>
          <p:cNvPr id="88" name="Text Placeholder 2">
            <a:extLst>
              <a:ext uri="{FF2B5EF4-FFF2-40B4-BE49-F238E27FC236}">
                <a16:creationId xmlns:a16="http://schemas.microsoft.com/office/drawing/2014/main" xmlns="" id="{BB3FC47E-3339-49A8-AEF2-ECC3BF1514FB}"/>
              </a:ext>
            </a:extLst>
          </p:cNvPr>
          <p:cNvSpPr>
            <a:spLocks noGrp="1"/>
          </p:cNvSpPr>
          <p:nvPr>
            <p:ph type="body" sz="quarter" idx="10"/>
          </p:nvPr>
        </p:nvSpPr>
        <p:spPr>
          <a:xfrm>
            <a:off x="628649" y="3709150"/>
            <a:ext cx="7886700" cy="1325880"/>
          </a:xfrm>
        </p:spPr>
        <p:txBody>
          <a:bodyPr vert="horz" lIns="91440" tIns="45720" rIns="91440" bIns="45720" rtlCol="0" anchor="ctr">
            <a:normAutofit/>
          </a:bodyPr>
          <a:lstStyle>
            <a:lvl1pPr marL="0" indent="0">
              <a:buNone/>
              <a:defRPr lang="en-US" sz="4400" dirty="0">
                <a:latin typeface="+mj-lt"/>
                <a:ea typeface="+mj-ea"/>
                <a:cs typeface="+mj-cs"/>
              </a:defRPr>
            </a:lvl1pPr>
          </a:lstStyle>
          <a:p>
            <a:pPr marL="228600" lvl="0" indent="-228600">
              <a:spcBef>
                <a:spcPct val="0"/>
              </a:spcBef>
            </a:pPr>
            <a:r>
              <a:rPr lang="en-US" smtClean="0"/>
              <a:t>Click to edit Master text styles</a:t>
            </a:r>
          </a:p>
        </p:txBody>
      </p:sp>
      <p:sp>
        <p:nvSpPr>
          <p:cNvPr id="89" name="TextBox 88">
            <a:extLst>
              <a:ext uri="{FF2B5EF4-FFF2-40B4-BE49-F238E27FC236}">
                <a16:creationId xmlns:a16="http://schemas.microsoft.com/office/drawing/2014/main" xmlns="" id="{829D5438-3BC8-4817-9C86-A9AAA6047492}"/>
              </a:ext>
            </a:extLst>
          </p:cNvPr>
          <p:cNvSpPr txBox="1"/>
          <p:nvPr/>
        </p:nvSpPr>
        <p:spPr>
          <a:xfrm>
            <a:off x="3203494" y="4033186"/>
            <a:ext cx="2435282" cy="2646878"/>
          </a:xfrm>
          <a:prstGeom prst="rect">
            <a:avLst/>
          </a:prstGeom>
          <a:noFill/>
        </p:spPr>
        <p:txBody>
          <a:bodyPr wrap="none" rtlCol="0">
            <a:spAutoFit/>
          </a:bodyPr>
          <a:lstStyle/>
          <a:p>
            <a:pPr algn="ctr"/>
            <a:r>
              <a:rPr lang="en-US" sz="16600" dirty="0"/>
              <a:t>Aa</a:t>
            </a:r>
          </a:p>
        </p:txBody>
      </p:sp>
      <p:sp>
        <p:nvSpPr>
          <p:cNvPr id="90" name="Text Placeholder 7">
            <a:extLst>
              <a:ext uri="{FF2B5EF4-FFF2-40B4-BE49-F238E27FC236}">
                <a16:creationId xmlns:a16="http://schemas.microsoft.com/office/drawing/2014/main" xmlns="" id="{676EAA04-3941-4EEF-875A-DA2DBBB0CA82}"/>
              </a:ext>
            </a:extLst>
          </p:cNvPr>
          <p:cNvSpPr>
            <a:spLocks noGrp="1"/>
          </p:cNvSpPr>
          <p:nvPr>
            <p:ph type="body" sz="quarter" idx="11" hasCustomPrompt="1"/>
          </p:nvPr>
        </p:nvSpPr>
        <p:spPr>
          <a:xfrm>
            <a:off x="3523318" y="6124727"/>
            <a:ext cx="1795635" cy="564999"/>
          </a:xfrm>
        </p:spPr>
        <p:txBody>
          <a:bodyPr anchor="ctr"/>
          <a:lstStyle>
            <a:lvl1pPr marL="0" indent="0" algn="ctr">
              <a:buNone/>
              <a:defRPr/>
            </a:lvl1pPr>
          </a:lstStyle>
          <a:p>
            <a:pPr lvl="0"/>
            <a:r>
              <a:rPr lang="en-US" dirty="0"/>
              <a:t>Font name</a:t>
            </a:r>
          </a:p>
        </p:txBody>
      </p:sp>
      <p:sp>
        <p:nvSpPr>
          <p:cNvPr id="91" name="TextBox 90">
            <a:extLst>
              <a:ext uri="{FF2B5EF4-FFF2-40B4-BE49-F238E27FC236}">
                <a16:creationId xmlns:a16="http://schemas.microsoft.com/office/drawing/2014/main" xmlns="" id="{59DB07F4-2F4D-4904-9DDA-6D453F791811}"/>
              </a:ext>
            </a:extLst>
          </p:cNvPr>
          <p:cNvSpPr txBox="1"/>
          <p:nvPr/>
        </p:nvSpPr>
        <p:spPr>
          <a:xfrm>
            <a:off x="5468974" y="4033186"/>
            <a:ext cx="2385589" cy="2646878"/>
          </a:xfrm>
          <a:prstGeom prst="rect">
            <a:avLst/>
          </a:prstGeom>
          <a:noFill/>
        </p:spPr>
        <p:txBody>
          <a:bodyPr wrap="none" rtlCol="0">
            <a:spAutoFit/>
          </a:bodyPr>
          <a:lstStyle/>
          <a:p>
            <a:pPr algn="ctr"/>
            <a:r>
              <a:rPr lang="en-US" sz="16600" dirty="0">
                <a:latin typeface="+mj-lt"/>
              </a:rPr>
              <a:t>Aa</a:t>
            </a:r>
          </a:p>
        </p:txBody>
      </p:sp>
      <p:sp>
        <p:nvSpPr>
          <p:cNvPr id="92" name="Text Placeholder 7">
            <a:extLst>
              <a:ext uri="{FF2B5EF4-FFF2-40B4-BE49-F238E27FC236}">
                <a16:creationId xmlns:a16="http://schemas.microsoft.com/office/drawing/2014/main" xmlns="" id="{72303254-B5A5-44B0-8D71-FB4149C10B7E}"/>
              </a:ext>
            </a:extLst>
          </p:cNvPr>
          <p:cNvSpPr>
            <a:spLocks noGrp="1"/>
          </p:cNvSpPr>
          <p:nvPr>
            <p:ph type="body" sz="quarter" idx="12" hasCustomPrompt="1"/>
          </p:nvPr>
        </p:nvSpPr>
        <p:spPr>
          <a:xfrm>
            <a:off x="5763950" y="6124727"/>
            <a:ext cx="1795635" cy="564999"/>
          </a:xfrm>
        </p:spPr>
        <p:txBody>
          <a:bodyPr anchor="ctr"/>
          <a:lstStyle>
            <a:lvl1pPr marL="0" indent="0" algn="ctr">
              <a:buNone/>
              <a:defRPr>
                <a:latin typeface="Calibri Light" panose="020F0302020204030204" pitchFamily="34" charset="0"/>
                <a:cs typeface="Calibri Light" panose="020F0302020204030204" pitchFamily="34" charset="0"/>
              </a:defRPr>
            </a:lvl1pPr>
          </a:lstStyle>
          <a:p>
            <a:pPr lvl="0"/>
            <a:r>
              <a:rPr lang="en-US" dirty="0"/>
              <a:t>Font name</a:t>
            </a:r>
          </a:p>
        </p:txBody>
      </p:sp>
    </p:spTree>
    <p:extLst>
      <p:ext uri="{BB962C8B-B14F-4D97-AF65-F5344CB8AC3E}">
        <p14:creationId xmlns:p14="http://schemas.microsoft.com/office/powerpoint/2010/main" val="3935162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1465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esigned by PresentationGo">
    <p:bg>
      <p:bgPr>
        <a:gradFill>
          <a:gsLst>
            <a:gs pos="0">
              <a:srgbClr val="323A45"/>
            </a:gs>
            <a:gs pos="35000">
              <a:srgbClr val="323A45"/>
            </a:gs>
            <a:gs pos="100000">
              <a:srgbClr val="1C2026"/>
            </a:gs>
          </a:gsLst>
          <a:path path="circle">
            <a:fillToRect l="50000" t="-80000" r="50000" b="180000"/>
          </a:path>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3912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7D6C7F94-AC2B-4ABA-8168-9102B651ED5D}"/>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a:extLst>
              <a:ext uri="{FF2B5EF4-FFF2-40B4-BE49-F238E27FC236}">
                <a16:creationId xmlns:a16="http://schemas.microsoft.com/office/drawing/2014/main" xmlns="" id="{C499E8B4-649E-4A8B-B6EE-CC6C44EF5A3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a:extLst>
              <a:ext uri="{FF2B5EF4-FFF2-40B4-BE49-F238E27FC236}">
                <a16:creationId xmlns:a16="http://schemas.microsoft.com/office/drawing/2014/main" xmlns="" id="{534133B5-720F-4407-9AAB-3B5E07088D35}"/>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bg1">
                    <a:lumMod val="50000"/>
                  </a:schemeClr>
                </a:solidFill>
              </a:defRPr>
            </a:lvl1pPr>
          </a:lstStyle>
          <a:p>
            <a:fld id="{5BCAD085-E8A6-8845-BD4E-CB4CCA059FC4}" type="datetimeFigureOut">
              <a:rPr lang="en-US" smtClean="0"/>
              <a:t>15-Feb-25</a:t>
            </a:fld>
            <a:endParaRPr lang="en-US"/>
          </a:p>
        </p:txBody>
      </p:sp>
      <p:sp>
        <p:nvSpPr>
          <p:cNvPr id="5" name="Footer Placeholder 4">
            <a:extLst>
              <a:ext uri="{FF2B5EF4-FFF2-40B4-BE49-F238E27FC236}">
                <a16:creationId xmlns:a16="http://schemas.microsoft.com/office/drawing/2014/main" xmlns="" id="{2091AE36-FE6A-4E21-B178-40F00D0FF50B}"/>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bg1">
                    <a:lumMod val="50000"/>
                  </a:schemeClr>
                </a:solidFill>
              </a:defRPr>
            </a:lvl1pPr>
          </a:lstStyle>
          <a:p>
            <a:endParaRPr lang="en-US"/>
          </a:p>
        </p:txBody>
      </p:sp>
      <p:sp>
        <p:nvSpPr>
          <p:cNvPr id="6" name="Slide Number Placeholder 5">
            <a:extLst>
              <a:ext uri="{FF2B5EF4-FFF2-40B4-BE49-F238E27FC236}">
                <a16:creationId xmlns:a16="http://schemas.microsoft.com/office/drawing/2014/main" xmlns="" id="{A6154408-120E-4EFA-AC50-C50B6469D220}"/>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bg1">
                    <a:lumMod val="50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630276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txStyles>
    <p:titleStyle>
      <a:lvl1pPr algn="l" defTabSz="914400" rtl="0" eaLnBrk="1" latinLnBrk="0" hangingPunct="1">
        <a:lnSpc>
          <a:spcPct val="90000"/>
        </a:lnSpc>
        <a:spcBef>
          <a:spcPct val="0"/>
        </a:spcBef>
        <a:buNone/>
        <a:defRPr sz="4000" b="1" u="sng"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spcAft>
          <a:spcPts val="1200"/>
        </a:spcAft>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spcAft>
          <a:spcPts val="120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spcAft>
          <a:spcPts val="1200"/>
        </a:spcAft>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spcAft>
          <a:spcPts val="1200"/>
        </a:spcAft>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spcAft>
          <a:spcPts val="1200"/>
        </a:spcAft>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323A4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9"/>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4"/>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Date</a:t>
            </a:r>
          </a:p>
        </p:txBody>
      </p:sp>
      <p:sp>
        <p:nvSpPr>
          <p:cNvPr id="5" name="Footer Placeholder 4"/>
          <p:cNvSpPr>
            <a:spLocks noGrp="1"/>
          </p:cNvSpPr>
          <p:nvPr>
            <p:ph type="ftr" sz="quarter" idx="3"/>
          </p:nvPr>
        </p:nvSpPr>
        <p:spPr>
          <a:xfrm>
            <a:off x="3028950" y="6356354"/>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Your Footer Here</a:t>
            </a:r>
          </a:p>
        </p:txBody>
      </p:sp>
      <p:sp>
        <p:nvSpPr>
          <p:cNvPr id="6" name="Slide Number Placeholder 5"/>
          <p:cNvSpPr>
            <a:spLocks noGrp="1"/>
          </p:cNvSpPr>
          <p:nvPr>
            <p:ph type="sldNum" sz="quarter" idx="4"/>
          </p:nvPr>
        </p:nvSpPr>
        <p:spPr>
          <a:xfrm>
            <a:off x="6457950" y="6356354"/>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6EDDA2-A385-4D53-9944-861446547DDE}" type="slidenum">
              <a:rPr lang="en-US" smtClean="0"/>
              <a:t>‹#›</a:t>
            </a:fld>
            <a:endParaRPr lang="en-US"/>
          </a:p>
        </p:txBody>
      </p:sp>
    </p:spTree>
    <p:extLst>
      <p:ext uri="{BB962C8B-B14F-4D97-AF65-F5344CB8AC3E}">
        <p14:creationId xmlns:p14="http://schemas.microsoft.com/office/powerpoint/2010/main" val="2005616584"/>
      </p:ext>
    </p:extLst>
  </p:cSld>
  <p:clrMap bg1="lt1" tx1="dk1" bg2="lt2" tx2="dk2" accent1="accent1" accent2="accent2" accent3="accent3" accent4="accent4" accent5="accent5" accent6="accent6" hlink="hlink" folHlink="folHlink"/>
  <p:sldLayoutIdLst>
    <p:sldLayoutId id="2147483670" r:id="rId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Final Project\pragyan_ai_school_cover (1).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4978" y="0"/>
            <a:ext cx="6293622" cy="2024743"/>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E:\Final Project\image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4978" y="2534776"/>
            <a:ext cx="6293622" cy="197191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Final Project\1617812369logo_banner.jpe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4978" y="5029200"/>
            <a:ext cx="6293622" cy="182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3886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Self Intro</a:t>
            </a:r>
          </a:p>
        </p:txBody>
      </p:sp>
      <p:sp>
        <p:nvSpPr>
          <p:cNvPr id="3" name="Content Placeholder 2"/>
          <p:cNvSpPr>
            <a:spLocks noGrp="1"/>
          </p:cNvSpPr>
          <p:nvPr>
            <p:ph idx="1"/>
          </p:nvPr>
        </p:nvSpPr>
        <p:spPr/>
        <p:txBody>
          <a:bodyPr>
            <a:normAutofit/>
          </a:bodyPr>
          <a:lstStyle/>
          <a:p>
            <a:r>
              <a:rPr lang="en-US" sz="2000" dirty="0" err="1"/>
              <a:t>Muhammed</a:t>
            </a:r>
            <a:r>
              <a:rPr lang="en-US" sz="2000" dirty="0"/>
              <a:t> Sulficker C</a:t>
            </a:r>
          </a:p>
          <a:p>
            <a:pPr marL="0" indent="0">
              <a:buNone/>
            </a:pPr>
            <a:r>
              <a:rPr lang="en-US" sz="2000" dirty="0"/>
              <a:t>  Completed BCA in 2021, Pursuing Master's Certificate program in Artificial    Intelligence, </a:t>
            </a:r>
            <a:r>
              <a:rPr lang="en-US" sz="2000" dirty="0" err="1"/>
              <a:t>Sree</a:t>
            </a:r>
            <a:r>
              <a:rPr lang="en-US" sz="2000" dirty="0"/>
              <a:t> </a:t>
            </a:r>
            <a:r>
              <a:rPr lang="en-US" sz="2000" dirty="0" err="1"/>
              <a:t>Shankaracharya</a:t>
            </a:r>
            <a:r>
              <a:rPr lang="en-US" sz="2000" dirty="0"/>
              <a:t> Computer Centre and   </a:t>
            </a:r>
            <a:r>
              <a:rPr lang="en-US" sz="2000" dirty="0" err="1"/>
              <a:t>Pragyan</a:t>
            </a:r>
            <a:r>
              <a:rPr lang="en-US" sz="2000" dirty="0"/>
              <a:t> AI</a:t>
            </a:r>
          </a:p>
          <a:p>
            <a:r>
              <a:rPr lang="en-US" sz="2000" dirty="0"/>
              <a:t>LinkedIn </a:t>
            </a:r>
            <a:r>
              <a:rPr lang="en-US" sz="2000" dirty="0" smtClean="0"/>
              <a:t>:</a:t>
            </a:r>
          </a:p>
          <a:p>
            <a:r>
              <a:rPr lang="en-US" sz="2000" dirty="0" err="1" smtClean="0"/>
              <a:t>Git</a:t>
            </a:r>
            <a:r>
              <a:rPr lang="en-US" sz="2000" dirty="0" smtClean="0"/>
              <a:t> hub :</a:t>
            </a:r>
            <a:endParaRPr lang="en-US" sz="2000" dirty="0"/>
          </a:p>
        </p:txBody>
      </p:sp>
    </p:spTree>
    <p:extLst>
      <p:ext uri="{BB962C8B-B14F-4D97-AF65-F5344CB8AC3E}">
        <p14:creationId xmlns:p14="http://schemas.microsoft.com/office/powerpoint/2010/main" val="325568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Spam Email Detection using Machine Learning</a:t>
            </a:r>
          </a:p>
        </p:txBody>
      </p:sp>
      <p:sp>
        <p:nvSpPr>
          <p:cNvPr id="3" name="Content Placeholder 2"/>
          <p:cNvSpPr>
            <a:spLocks noGrp="1"/>
          </p:cNvSpPr>
          <p:nvPr>
            <p:ph idx="1"/>
          </p:nvPr>
        </p:nvSpPr>
        <p:spPr/>
        <p:txBody>
          <a:bodyPr>
            <a:normAutofit/>
          </a:bodyPr>
          <a:lstStyle/>
          <a:p>
            <a:r>
              <a:rPr lang="en-US" sz="2000" b="1" dirty="0"/>
              <a:t>Title:</a:t>
            </a:r>
            <a:r>
              <a:rPr lang="en-US" sz="2000" dirty="0"/>
              <a:t> Spam Email Detection using Machine Learning</a:t>
            </a:r>
          </a:p>
          <a:p>
            <a:r>
              <a:rPr lang="en-US" sz="2000" b="1" dirty="0"/>
              <a:t>Subtitle:</a:t>
            </a:r>
            <a:r>
              <a:rPr lang="en-US" sz="2000" dirty="0"/>
              <a:t> Building a classifier to detect spam emails using Natural Language Processing (NLP) and machine learning techniques.</a:t>
            </a:r>
          </a:p>
          <a:p>
            <a:r>
              <a:rPr lang="en-US" sz="2000" b="1" dirty="0" smtClean="0"/>
              <a:t>Explanation</a:t>
            </a:r>
            <a:r>
              <a:rPr lang="en-US" sz="2000" b="1" dirty="0"/>
              <a:t>:</a:t>
            </a:r>
            <a:r>
              <a:rPr lang="en-US" sz="2000" dirty="0"/>
              <a:t> This slide introduces the topic and sets the context for the presentation. It highlights the use of NLP and machine learning techniques for spam email detection.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Introduction</a:t>
            </a:r>
          </a:p>
        </p:txBody>
      </p:sp>
      <p:sp>
        <p:nvSpPr>
          <p:cNvPr id="3" name="Content Placeholder 2"/>
          <p:cNvSpPr>
            <a:spLocks noGrp="1"/>
          </p:cNvSpPr>
          <p:nvPr>
            <p:ph idx="1"/>
          </p:nvPr>
        </p:nvSpPr>
        <p:spPr/>
        <p:txBody>
          <a:bodyPr>
            <a:normAutofit/>
          </a:bodyPr>
          <a:lstStyle/>
          <a:p>
            <a:r>
              <a:rPr lang="en-US" sz="2000" b="1" dirty="0"/>
              <a:t>Objective:</a:t>
            </a:r>
            <a:r>
              <a:rPr lang="en-US" sz="2000" dirty="0"/>
              <a:t> Automatically classify emails as spam or not spam.</a:t>
            </a:r>
          </a:p>
          <a:p>
            <a:r>
              <a:rPr lang="en-US" sz="2000" b="1" dirty="0"/>
              <a:t>Approach:</a:t>
            </a:r>
            <a:r>
              <a:rPr lang="en-US" sz="2000" dirty="0"/>
              <a:t> Clean text data, extract features, and apply multiple classification models.</a:t>
            </a:r>
          </a:p>
          <a:p>
            <a:r>
              <a:rPr lang="en-US" sz="2000" b="1" dirty="0"/>
              <a:t>Explanation:</a:t>
            </a:r>
            <a:r>
              <a:rPr lang="en-US" sz="2000" dirty="0"/>
              <a:t> The introduction outlines the goal of the project, which is to automatically classify emails as spam or not spam. The approach involves cleaning text data, extracting features, and applying multiple classification models.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Dataset Overview</a:t>
            </a:r>
          </a:p>
        </p:txBody>
      </p:sp>
      <p:sp>
        <p:nvSpPr>
          <p:cNvPr id="3" name="Content Placeholder 2"/>
          <p:cNvSpPr>
            <a:spLocks noGrp="1"/>
          </p:cNvSpPr>
          <p:nvPr>
            <p:ph idx="1"/>
          </p:nvPr>
        </p:nvSpPr>
        <p:spPr/>
        <p:txBody>
          <a:bodyPr>
            <a:normAutofit/>
          </a:bodyPr>
          <a:lstStyle/>
          <a:p>
            <a:r>
              <a:rPr lang="en-US" sz="2400" b="1" dirty="0"/>
              <a:t>Dataset:</a:t>
            </a:r>
            <a:r>
              <a:rPr lang="en-US" sz="2400" dirty="0"/>
              <a:t> Spam Mails Dataset from </a:t>
            </a:r>
            <a:r>
              <a:rPr lang="en-US" sz="2400" dirty="0" err="1"/>
              <a:t>Kaggle</a:t>
            </a:r>
            <a:r>
              <a:rPr lang="en-US" sz="2400" dirty="0"/>
              <a:t>.</a:t>
            </a:r>
          </a:p>
          <a:p>
            <a:r>
              <a:rPr lang="en-US" sz="2400" b="1" dirty="0"/>
              <a:t>Features Used:</a:t>
            </a:r>
            <a:endParaRPr lang="en-US" sz="2400" dirty="0"/>
          </a:p>
          <a:p>
            <a:pPr lvl="1"/>
            <a:r>
              <a:rPr lang="en-US" sz="2000" dirty="0"/>
              <a:t>Email text (raw content of the email)</a:t>
            </a:r>
          </a:p>
          <a:p>
            <a:pPr lvl="1"/>
            <a:r>
              <a:rPr lang="en-US" sz="2000" dirty="0"/>
              <a:t>Label (0 = Not Spam, 1 = Spam)</a:t>
            </a:r>
          </a:p>
          <a:p>
            <a:r>
              <a:rPr lang="en-US" sz="2400" b="1" dirty="0"/>
              <a:t>Explanation:</a:t>
            </a:r>
            <a:r>
              <a:rPr lang="en-US" sz="2400" dirty="0"/>
              <a:t> This slide describes the dataset used for the analysis. The key features include the raw content of the email and the label indicating whether the email is spam or not.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Data Preprocessing</a:t>
            </a:r>
          </a:p>
        </p:txBody>
      </p:sp>
      <p:sp>
        <p:nvSpPr>
          <p:cNvPr id="3" name="Content Placeholder 2"/>
          <p:cNvSpPr>
            <a:spLocks noGrp="1"/>
          </p:cNvSpPr>
          <p:nvPr>
            <p:ph idx="1"/>
          </p:nvPr>
        </p:nvSpPr>
        <p:spPr/>
        <p:txBody>
          <a:bodyPr>
            <a:normAutofit fontScale="70000" lnSpcReduction="20000"/>
          </a:bodyPr>
          <a:lstStyle/>
          <a:p>
            <a:r>
              <a:rPr lang="en-US" b="1" dirty="0"/>
              <a:t>Cleaning Steps:</a:t>
            </a:r>
            <a:endParaRPr lang="en-US" dirty="0"/>
          </a:p>
          <a:p>
            <a:pPr lvl="1"/>
            <a:r>
              <a:rPr lang="en-US" dirty="0"/>
              <a:t>Removed punctuation and special characters.</a:t>
            </a:r>
          </a:p>
          <a:p>
            <a:pPr lvl="1"/>
            <a:r>
              <a:rPr lang="en-US" dirty="0"/>
              <a:t>Converted text to lowercase.</a:t>
            </a:r>
          </a:p>
          <a:p>
            <a:pPr lvl="1"/>
            <a:r>
              <a:rPr lang="en-US" dirty="0"/>
              <a:t>Removed stop words and applied stemming.</a:t>
            </a:r>
          </a:p>
          <a:p>
            <a:r>
              <a:rPr lang="en-US" b="1" dirty="0"/>
              <a:t>Feature Extraction:</a:t>
            </a:r>
            <a:endParaRPr lang="en-US" dirty="0"/>
          </a:p>
          <a:p>
            <a:pPr lvl="1"/>
            <a:r>
              <a:rPr lang="en-US" dirty="0"/>
              <a:t>Used Term Frequency-Inverse Document Frequency (TF-IDF) </a:t>
            </a:r>
            <a:r>
              <a:rPr lang="en-US" dirty="0" err="1"/>
              <a:t>vectorization</a:t>
            </a:r>
            <a:r>
              <a:rPr lang="en-US" dirty="0"/>
              <a:t>.</a:t>
            </a:r>
          </a:p>
          <a:p>
            <a:r>
              <a:rPr lang="en-US" b="1" dirty="0"/>
              <a:t>Explanation:</a:t>
            </a:r>
            <a:r>
              <a:rPr lang="en-US" dirty="0"/>
              <a:t> Data preprocessing is a critical step in any text analysis project. This slide explains how the text data was cleaned (removing punctuation, converting to lowercase, removing stop words, and applying stemming) and how features were extracted using TF-IDF </a:t>
            </a:r>
            <a:r>
              <a:rPr lang="en-US" dirty="0" err="1"/>
              <a:t>vectorization</a:t>
            </a:r>
            <a:r>
              <a:rPr lang="en-US"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Exploratory Data Analysis (EDA)</a:t>
            </a:r>
          </a:p>
        </p:txBody>
      </p:sp>
      <p:sp>
        <p:nvSpPr>
          <p:cNvPr id="3" name="Content Placeholder 2"/>
          <p:cNvSpPr>
            <a:spLocks noGrp="1"/>
          </p:cNvSpPr>
          <p:nvPr>
            <p:ph idx="1"/>
          </p:nvPr>
        </p:nvSpPr>
        <p:spPr/>
        <p:txBody>
          <a:bodyPr>
            <a:normAutofit/>
          </a:bodyPr>
          <a:lstStyle/>
          <a:p>
            <a:r>
              <a:rPr lang="en-US" sz="2000" b="1" dirty="0"/>
              <a:t>Insights from EDA:</a:t>
            </a:r>
            <a:endParaRPr lang="en-US" sz="2000" dirty="0"/>
          </a:p>
          <a:p>
            <a:pPr lvl="1"/>
            <a:r>
              <a:rPr lang="en-US" sz="2000" dirty="0"/>
              <a:t>Word cloud visualization for common words in spam vs. non-spam emails.</a:t>
            </a:r>
          </a:p>
          <a:p>
            <a:pPr lvl="1"/>
            <a:r>
              <a:rPr lang="en-US" sz="2000" dirty="0"/>
              <a:t>Distribution of spam vs. non-spam emails.</a:t>
            </a:r>
          </a:p>
          <a:p>
            <a:pPr lvl="1"/>
            <a:r>
              <a:rPr lang="en-US" sz="2000" dirty="0"/>
              <a:t>Frequent words found in spam emails.</a:t>
            </a:r>
          </a:p>
          <a:p>
            <a:r>
              <a:rPr lang="en-US" sz="2000" b="1" dirty="0"/>
              <a:t>Explanation:</a:t>
            </a:r>
            <a:r>
              <a:rPr lang="en-US" sz="2000" dirty="0"/>
              <a:t> EDA helps in understanding the data before applying any models. This slide highlights key insights from the EDA, such as word cloud visualizations, the distribution of spam vs. non-spam emails, and frequent words found in spam emails.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Machine Learning Models</a:t>
            </a:r>
          </a:p>
        </p:txBody>
      </p:sp>
      <p:sp>
        <p:nvSpPr>
          <p:cNvPr id="3" name="Content Placeholder 2"/>
          <p:cNvSpPr>
            <a:spLocks noGrp="1"/>
          </p:cNvSpPr>
          <p:nvPr>
            <p:ph idx="1"/>
          </p:nvPr>
        </p:nvSpPr>
        <p:spPr>
          <a:xfrm>
            <a:off x="1681317" y="1159931"/>
            <a:ext cx="6011262" cy="4473530"/>
          </a:xfrm>
        </p:spPr>
        <p:txBody>
          <a:bodyPr>
            <a:noAutofit/>
          </a:bodyPr>
          <a:lstStyle/>
          <a:p>
            <a:r>
              <a:rPr lang="en-US" sz="1600" b="1" dirty="0"/>
              <a:t>Algorithms Tested:</a:t>
            </a:r>
            <a:endParaRPr lang="en-US" sz="1600" dirty="0"/>
          </a:p>
          <a:p>
            <a:pPr lvl="1"/>
            <a:r>
              <a:rPr lang="en-US" sz="1600" dirty="0"/>
              <a:t>Logistic Regression</a:t>
            </a:r>
          </a:p>
          <a:p>
            <a:pPr lvl="1"/>
            <a:r>
              <a:rPr lang="en-US" sz="1600" dirty="0"/>
              <a:t>Decision Tree</a:t>
            </a:r>
          </a:p>
          <a:p>
            <a:pPr lvl="1"/>
            <a:r>
              <a:rPr lang="en-US" sz="1600" dirty="0"/>
              <a:t>Random Forest</a:t>
            </a:r>
          </a:p>
          <a:p>
            <a:pPr lvl="1"/>
            <a:r>
              <a:rPr lang="en-US" sz="1600" dirty="0"/>
              <a:t>Gradient Boosting</a:t>
            </a:r>
          </a:p>
          <a:p>
            <a:pPr lvl="1"/>
            <a:r>
              <a:rPr lang="en-US" sz="1600" dirty="0"/>
              <a:t>Support Vector Machine (SVM)</a:t>
            </a:r>
          </a:p>
          <a:p>
            <a:pPr lvl="1"/>
            <a:r>
              <a:rPr lang="en-US" sz="1600" dirty="0"/>
              <a:t>K-Nearest Neighbors (KNN)</a:t>
            </a:r>
          </a:p>
          <a:p>
            <a:pPr lvl="1"/>
            <a:r>
              <a:rPr lang="en-US" sz="1600" dirty="0"/>
              <a:t>Naïve Bayes</a:t>
            </a:r>
          </a:p>
          <a:p>
            <a:r>
              <a:rPr lang="en-US" sz="1600" b="1" dirty="0"/>
              <a:t>Explanation:</a:t>
            </a:r>
            <a:r>
              <a:rPr lang="en-US" sz="1600" dirty="0"/>
              <a:t> This slide discusses the machine learning models tested in the analysis. Multiple algorithms, including Logistic Regression, Decision Tree, Random Forest, Gradient Boosting, SVM, KNN, and Naïve Bayes, were evaluated.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Model Training &amp; </a:t>
            </a:r>
            <a:r>
              <a:rPr dirty="0" err="1"/>
              <a:t>Hyperparameter</a:t>
            </a:r>
            <a:r>
              <a:rPr dirty="0"/>
              <a:t> Tuning</a:t>
            </a:r>
          </a:p>
        </p:txBody>
      </p:sp>
      <p:sp>
        <p:nvSpPr>
          <p:cNvPr id="3" name="Content Placeholder 2"/>
          <p:cNvSpPr>
            <a:spLocks noGrp="1"/>
          </p:cNvSpPr>
          <p:nvPr>
            <p:ph idx="1"/>
          </p:nvPr>
        </p:nvSpPr>
        <p:spPr/>
        <p:txBody>
          <a:bodyPr>
            <a:normAutofit fontScale="62500" lnSpcReduction="20000"/>
          </a:bodyPr>
          <a:lstStyle/>
          <a:p>
            <a:r>
              <a:rPr lang="en-US" b="1" dirty="0"/>
              <a:t>Training Approach:</a:t>
            </a:r>
            <a:endParaRPr lang="en-US" dirty="0"/>
          </a:p>
          <a:p>
            <a:pPr lvl="1"/>
            <a:r>
              <a:rPr lang="en-US" dirty="0"/>
              <a:t>Splitting data into 80% training and 20% test sets.</a:t>
            </a:r>
          </a:p>
          <a:p>
            <a:pPr lvl="1"/>
            <a:r>
              <a:rPr lang="en-US" dirty="0"/>
              <a:t>Used GridSearchCV for </a:t>
            </a:r>
            <a:r>
              <a:rPr lang="en-US" dirty="0" err="1"/>
              <a:t>hyperparameter</a:t>
            </a:r>
            <a:r>
              <a:rPr lang="en-US" dirty="0"/>
              <a:t> tuning.</a:t>
            </a:r>
          </a:p>
          <a:p>
            <a:r>
              <a:rPr lang="en-US" b="1" dirty="0"/>
              <a:t>Metrics Used:</a:t>
            </a:r>
            <a:endParaRPr lang="en-US" dirty="0"/>
          </a:p>
          <a:p>
            <a:pPr lvl="1"/>
            <a:r>
              <a:rPr lang="en-US" dirty="0"/>
              <a:t>Accuracy</a:t>
            </a:r>
          </a:p>
          <a:p>
            <a:pPr lvl="1"/>
            <a:r>
              <a:rPr lang="en-US" dirty="0"/>
              <a:t>Precision</a:t>
            </a:r>
          </a:p>
          <a:p>
            <a:pPr lvl="1"/>
            <a:r>
              <a:rPr lang="en-US" dirty="0"/>
              <a:t>Recall</a:t>
            </a:r>
          </a:p>
          <a:p>
            <a:pPr lvl="1"/>
            <a:r>
              <a:rPr lang="en-US" dirty="0"/>
              <a:t>F1-Score</a:t>
            </a:r>
          </a:p>
          <a:p>
            <a:r>
              <a:rPr lang="en-US" b="1" dirty="0"/>
              <a:t>Explanation:</a:t>
            </a:r>
            <a:r>
              <a:rPr lang="en-US" dirty="0"/>
              <a:t> This slide explains the training approach, including data splitting and </a:t>
            </a:r>
            <a:r>
              <a:rPr lang="en-US" dirty="0" err="1"/>
              <a:t>hyperparameter</a:t>
            </a:r>
            <a:r>
              <a:rPr lang="en-US" dirty="0"/>
              <a:t> tuning using GridSearchCV. The metrics used for evaluation, such as accuracy, precision, recall, and F1-score, are also discussed.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Evaluation</a:t>
            </a:r>
          </a:p>
        </p:txBody>
      </p:sp>
      <p:sp>
        <p:nvSpPr>
          <p:cNvPr id="3" name="Content Placeholder 2"/>
          <p:cNvSpPr>
            <a:spLocks noGrp="1"/>
          </p:cNvSpPr>
          <p:nvPr>
            <p:ph idx="1"/>
          </p:nvPr>
        </p:nvSpPr>
        <p:spPr/>
        <p:txBody>
          <a:bodyPr>
            <a:normAutofit/>
          </a:bodyPr>
          <a:lstStyle/>
          <a:p>
            <a:r>
              <a:rPr lang="en-US" sz="2000" b="1" dirty="0"/>
              <a:t>Best Performing Model:</a:t>
            </a:r>
            <a:endParaRPr lang="en-US" sz="2000" dirty="0"/>
          </a:p>
          <a:p>
            <a:pPr lvl="1"/>
            <a:r>
              <a:rPr lang="en-US" sz="2000" dirty="0"/>
              <a:t>[Insert Best Model Here] achieved highest accuracy.</a:t>
            </a:r>
          </a:p>
          <a:p>
            <a:r>
              <a:rPr lang="en-US" sz="2000" b="1" dirty="0"/>
              <a:t>Confusion Matrix:</a:t>
            </a:r>
            <a:endParaRPr lang="en-US" sz="2000" dirty="0"/>
          </a:p>
          <a:p>
            <a:pPr lvl="1"/>
            <a:r>
              <a:rPr lang="en-US" sz="2000" dirty="0"/>
              <a:t>Displays classification results for spam and non-spam emails.</a:t>
            </a:r>
          </a:p>
          <a:p>
            <a:r>
              <a:rPr lang="en-US" sz="2000" b="1" dirty="0"/>
              <a:t>Explanation:</a:t>
            </a:r>
            <a:r>
              <a:rPr lang="en-US" sz="2000" dirty="0"/>
              <a:t> This slide presents the evaluation of the models, highlighting the best-performing model based on accuracy. The confusion matrix is used to display the classification results for spam and non-spam emails.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Results and Insights</a:t>
            </a:r>
          </a:p>
        </p:txBody>
      </p:sp>
      <p:sp>
        <p:nvSpPr>
          <p:cNvPr id="3" name="Content Placeholder 2"/>
          <p:cNvSpPr>
            <a:spLocks noGrp="1"/>
          </p:cNvSpPr>
          <p:nvPr>
            <p:ph idx="1"/>
          </p:nvPr>
        </p:nvSpPr>
        <p:spPr/>
        <p:txBody>
          <a:bodyPr>
            <a:normAutofit/>
          </a:bodyPr>
          <a:lstStyle/>
          <a:p>
            <a:r>
              <a:rPr lang="en-US" sz="2000" b="1" dirty="0"/>
              <a:t>Key Findings:</a:t>
            </a:r>
            <a:endParaRPr lang="en-US" sz="2000" dirty="0"/>
          </a:p>
          <a:p>
            <a:pPr lvl="1"/>
            <a:r>
              <a:rPr lang="en-US" sz="2000" dirty="0"/>
              <a:t>Certain words strongly indicate spam emails.</a:t>
            </a:r>
          </a:p>
          <a:p>
            <a:pPr lvl="1"/>
            <a:r>
              <a:rPr lang="en-US" sz="2000" dirty="0"/>
              <a:t>TF-IDF </a:t>
            </a:r>
            <a:r>
              <a:rPr lang="en-US" sz="2000" dirty="0" err="1"/>
              <a:t>vectorization</a:t>
            </a:r>
            <a:r>
              <a:rPr lang="en-US" sz="2000" dirty="0"/>
              <a:t> improved classification performance.</a:t>
            </a:r>
          </a:p>
          <a:p>
            <a:pPr lvl="1"/>
            <a:r>
              <a:rPr lang="en-US" sz="2000" dirty="0"/>
              <a:t>Random Forest and Gradient Boosting performed well.</a:t>
            </a:r>
          </a:p>
          <a:p>
            <a:r>
              <a:rPr lang="en-US" sz="2000" b="1" dirty="0"/>
              <a:t>Explanation:</a:t>
            </a:r>
            <a:r>
              <a:rPr lang="en-US" sz="2000" dirty="0"/>
              <a:t> This slide presents the key findings from the analysis. Certain words were found to strongly indicate spam emails, TF-IDF </a:t>
            </a:r>
            <a:r>
              <a:rPr lang="en-US" sz="2000" dirty="0" err="1"/>
              <a:t>vectorization</a:t>
            </a:r>
            <a:r>
              <a:rPr lang="en-US" sz="2000" dirty="0"/>
              <a:t> improved classification performance, and Random Forest and Gradient Boosting were among the best-performing models.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Conclusion</a:t>
            </a:r>
          </a:p>
        </p:txBody>
      </p:sp>
      <p:sp>
        <p:nvSpPr>
          <p:cNvPr id="3" name="Content Placeholder 2"/>
          <p:cNvSpPr>
            <a:spLocks noGrp="1"/>
          </p:cNvSpPr>
          <p:nvPr>
            <p:ph idx="1"/>
          </p:nvPr>
        </p:nvSpPr>
        <p:spPr/>
        <p:txBody>
          <a:bodyPr>
            <a:normAutofit fontScale="70000" lnSpcReduction="20000"/>
          </a:bodyPr>
          <a:lstStyle/>
          <a:p>
            <a:r>
              <a:rPr lang="en-US" b="1" dirty="0"/>
              <a:t>Summary:</a:t>
            </a:r>
            <a:endParaRPr lang="en-US" dirty="0"/>
          </a:p>
          <a:p>
            <a:pPr lvl="1"/>
            <a:r>
              <a:rPr lang="en-US" dirty="0"/>
              <a:t>Successfully classified spam emails using ML models.</a:t>
            </a:r>
          </a:p>
          <a:p>
            <a:pPr lvl="1"/>
            <a:r>
              <a:rPr lang="en-US" dirty="0"/>
              <a:t>EDA provided valuable insights into spam email patterns.</a:t>
            </a:r>
          </a:p>
          <a:p>
            <a:r>
              <a:rPr lang="en-US" b="1" dirty="0"/>
              <a:t>Future Work:</a:t>
            </a:r>
            <a:endParaRPr lang="en-US" dirty="0"/>
          </a:p>
          <a:p>
            <a:pPr lvl="1"/>
            <a:r>
              <a:rPr lang="en-US" dirty="0"/>
              <a:t>Use deep learning (LSTMs, Transformers) for better accuracy.</a:t>
            </a:r>
          </a:p>
          <a:p>
            <a:pPr lvl="1"/>
            <a:r>
              <a:rPr lang="en-US" dirty="0"/>
              <a:t>Include additional metadata like sender details.</a:t>
            </a:r>
          </a:p>
          <a:p>
            <a:r>
              <a:rPr lang="en-US" b="1" dirty="0"/>
              <a:t>Explanation:</a:t>
            </a:r>
            <a:r>
              <a:rPr lang="en-US" dirty="0"/>
              <a:t> The conclusion summarizes the findings, emphasizing the successful classification of spam emails using machine learning models. Future work could involve using deep learning techniques and incorporating additional metadata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References</a:t>
            </a:r>
          </a:p>
        </p:txBody>
      </p:sp>
      <p:sp>
        <p:nvSpPr>
          <p:cNvPr id="3" name="Content Placeholder 2"/>
          <p:cNvSpPr>
            <a:spLocks noGrp="1"/>
          </p:cNvSpPr>
          <p:nvPr>
            <p:ph idx="1"/>
          </p:nvPr>
        </p:nvSpPr>
        <p:spPr/>
        <p:txBody>
          <a:bodyPr>
            <a:normAutofit/>
          </a:bodyPr>
          <a:lstStyle/>
          <a:p>
            <a:r>
              <a:rPr lang="en-US" sz="1600" b="1" dirty="0"/>
              <a:t>Libraries Used:</a:t>
            </a:r>
            <a:endParaRPr lang="en-US" sz="1600" dirty="0"/>
          </a:p>
          <a:p>
            <a:pPr lvl="1"/>
            <a:r>
              <a:rPr lang="en-US" sz="1400" dirty="0"/>
              <a:t>Pandas</a:t>
            </a:r>
          </a:p>
          <a:p>
            <a:pPr lvl="1"/>
            <a:r>
              <a:rPr lang="en-US" sz="1400" dirty="0" err="1"/>
              <a:t>Seaborn</a:t>
            </a:r>
            <a:endParaRPr lang="en-US" sz="1400" dirty="0"/>
          </a:p>
          <a:p>
            <a:pPr lvl="1"/>
            <a:r>
              <a:rPr lang="en-US" sz="1400" dirty="0" err="1"/>
              <a:t>Scikit</a:t>
            </a:r>
            <a:r>
              <a:rPr lang="en-US" sz="1400" dirty="0"/>
              <a:t>-learn</a:t>
            </a:r>
          </a:p>
          <a:p>
            <a:pPr lvl="1"/>
            <a:r>
              <a:rPr lang="en-US" sz="1400" dirty="0"/>
              <a:t>NLTK</a:t>
            </a:r>
          </a:p>
          <a:p>
            <a:pPr lvl="1"/>
            <a:r>
              <a:rPr lang="en-US" sz="1400" dirty="0" err="1"/>
              <a:t>Matplotlib</a:t>
            </a:r>
            <a:endParaRPr lang="en-US" sz="1400" dirty="0"/>
          </a:p>
          <a:p>
            <a:pPr lvl="1"/>
            <a:r>
              <a:rPr lang="en-US" sz="1400" dirty="0" err="1"/>
              <a:t>NumPy</a:t>
            </a:r>
            <a:endParaRPr lang="en-US" sz="1400" dirty="0"/>
          </a:p>
          <a:p>
            <a:r>
              <a:rPr lang="en-US" sz="1600" b="1" dirty="0"/>
              <a:t>Explanation:</a:t>
            </a:r>
            <a:r>
              <a:rPr lang="en-US" sz="1600" dirty="0"/>
              <a:t> This slide lists the libraries used in the analysis, including Pandas for data manipulation, </a:t>
            </a:r>
            <a:r>
              <a:rPr lang="en-US" sz="1600" dirty="0" err="1"/>
              <a:t>Seaborn</a:t>
            </a:r>
            <a:r>
              <a:rPr lang="en-US" sz="1600" dirty="0"/>
              <a:t> and </a:t>
            </a:r>
            <a:r>
              <a:rPr lang="en-US" sz="1600" dirty="0" err="1"/>
              <a:t>Matplotlib</a:t>
            </a:r>
            <a:r>
              <a:rPr lang="en-US" sz="1600" dirty="0"/>
              <a:t> for visualization, </a:t>
            </a:r>
            <a:r>
              <a:rPr lang="en-US" sz="1600" dirty="0" err="1"/>
              <a:t>Scikit</a:t>
            </a:r>
            <a:r>
              <a:rPr lang="en-US" sz="1600" dirty="0"/>
              <a:t>-learn for implementing machine learning algorithms, and NLTK for NLP tasks.</a:t>
            </a:r>
          </a:p>
        </p:txBody>
      </p:sp>
    </p:spTree>
  </p:cSld>
  <p:clrMapOvr>
    <a:masterClrMapping/>
  </p:clrMapOvr>
</p:sld>
</file>

<file path=ppt/theme/theme1.xml><?xml version="1.0" encoding="utf-8"?>
<a:theme xmlns:a="http://schemas.openxmlformats.org/drawingml/2006/main" name="PresentationGO">
  <a:themeElements>
    <a:clrScheme name="PGO - Diagonal Dynamics">
      <a:dk1>
        <a:sysClr val="windowText" lastClr="000000"/>
      </a:dk1>
      <a:lt1>
        <a:sysClr val="window" lastClr="FFFFFF"/>
      </a:lt1>
      <a:dk2>
        <a:srgbClr val="44546A"/>
      </a:dk2>
      <a:lt2>
        <a:srgbClr val="E7E6E6"/>
      </a:lt2>
      <a:accent1>
        <a:srgbClr val="B1C514"/>
      </a:accent1>
      <a:accent2>
        <a:srgbClr val="7CAE3D"/>
      </a:accent2>
      <a:accent3>
        <a:srgbClr val="31A051"/>
      </a:accent3>
      <a:accent4>
        <a:srgbClr val="007D6B"/>
      </a:accent4>
      <a:accent5>
        <a:srgbClr val="05698A"/>
      </a:accent5>
      <a:accent6>
        <a:srgbClr val="21ABC5"/>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0304_T_PGO_Diagonal Dynamics-16x9.pptx" id="{53CBE215-0E00-4E91-A3AB-496C630E4A2B}" vid="{DBE191D4-049D-46C9-A07D-68E71C03715D}"/>
    </a:ext>
  </a:extLst>
</a:theme>
</file>

<file path=ppt/theme/theme2.xml><?xml version="1.0" encoding="utf-8"?>
<a:theme xmlns:a="http://schemas.openxmlformats.org/drawingml/2006/main" name="Designed by PresentationG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0304_T_PGO_Diagonal Dynamics-16x9.pptx" id="{53CBE215-0E00-4E91-A3AB-496C630E4A2B}" vid="{66B368E4-1C0D-4D3A-A201-5ED75249E6C1}"/>
    </a:ext>
  </a:extLst>
</a:theme>
</file>

<file path=docProps/app.xml><?xml version="1.0" encoding="utf-8"?>
<Properties xmlns="http://schemas.openxmlformats.org/officeDocument/2006/extended-properties" xmlns:vt="http://schemas.openxmlformats.org/officeDocument/2006/docPropsVTypes">
  <Template>0304_T_PGO_Diagonal-Dynamics-16x9</Template>
  <TotalTime>9</TotalTime>
  <Words>303</Words>
  <Application>Microsoft Office PowerPoint</Application>
  <PresentationFormat>On-screen Show (4:3)</PresentationFormat>
  <Paragraphs>82</Paragraphs>
  <Slides>13</Slides>
  <Notes>0</Notes>
  <HiddenSlides>0</HiddenSlides>
  <MMClips>0</MMClips>
  <ScaleCrop>false</ScaleCrop>
  <HeadingPairs>
    <vt:vector size="4" baseType="variant">
      <vt:variant>
        <vt:lpstr>Theme</vt:lpstr>
      </vt:variant>
      <vt:variant>
        <vt:i4>2</vt:i4>
      </vt:variant>
      <vt:variant>
        <vt:lpstr>Slide Titles</vt:lpstr>
      </vt:variant>
      <vt:variant>
        <vt:i4>13</vt:i4>
      </vt:variant>
    </vt:vector>
  </HeadingPairs>
  <TitlesOfParts>
    <vt:vector size="15" baseType="lpstr">
      <vt:lpstr>PresentationGO</vt:lpstr>
      <vt:lpstr>Designed by PresentationGO</vt:lpstr>
      <vt:lpstr>PowerPoint Presentation</vt:lpstr>
      <vt:lpstr>Self Intro</vt:lpstr>
      <vt:lpstr>Spam Email Detection using Machine Learning</vt:lpstr>
      <vt:lpstr>Introduction</vt:lpstr>
      <vt:lpstr>Dataset Overview</vt:lpstr>
      <vt:lpstr>Data Preprocessing</vt:lpstr>
      <vt:lpstr>Exploratory Data Analysis (EDA)</vt:lpstr>
      <vt:lpstr>Machine Learning Models</vt:lpstr>
      <vt:lpstr>Model Training &amp; Hyperparameter Tuning</vt:lpstr>
      <vt:lpstr>Model Evaluation</vt:lpstr>
      <vt:lpstr>Results and Insights</vt:lpstr>
      <vt:lpstr>Conclusion</vt:lpstr>
      <vt:lpstr>References</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Spam Email Detection using Machine Learning</dc:title>
  <dc:subject/>
  <dc:creator/>
  <cp:keywords/>
  <dc:description>generated using python-pptx</dc:description>
  <cp:lastModifiedBy>sulficker c</cp:lastModifiedBy>
  <cp:revision>6</cp:revision>
  <dcterms:created xsi:type="dcterms:W3CDTF">2013-01-27T09:14:16Z</dcterms:created>
  <dcterms:modified xsi:type="dcterms:W3CDTF">2025-02-15T07:03:14Z</dcterms:modified>
  <cp:category/>
</cp:coreProperties>
</file>